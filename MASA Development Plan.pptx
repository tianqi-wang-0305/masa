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heme/theme2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2.xml" ContentType="application/vnd.openxmlformats-officedocument.presentationml.notesSlide+xml"/>
  <Override PartName="/ppt/tags/tag93.xml" ContentType="application/vnd.openxmlformats-officedocument.presentationml.tags+xml"/>
  <Override PartName="/ppt/notesSlides/notesSlide3.xml" ContentType="application/vnd.openxmlformats-officedocument.presentationml.notesSlide+xml"/>
  <Override PartName="/ppt/tags/tag9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99" r:id="rId5"/>
  </p:sldMasterIdLst>
  <p:notesMasterIdLst>
    <p:notesMasterId r:id="rId11"/>
  </p:notesMasterIdLst>
  <p:sldIdLst>
    <p:sldId id="285" r:id="rId6"/>
    <p:sldId id="2147479630" r:id="rId7"/>
    <p:sldId id="2147479709" r:id="rId8"/>
    <p:sldId id="2147479710" r:id="rId9"/>
    <p:sldId id="2147479708" r:id="rId10"/>
  </p:sldIdLst>
  <p:sldSz cx="12192000" cy="6858000"/>
  <p:notesSz cx="6858000" cy="9144000"/>
  <p:custDataLst>
    <p:tags r:id="rId1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FFFFFF"/>
    <a:srgbClr val="C6C6C6"/>
    <a:srgbClr val="D6E0E3"/>
    <a:srgbClr val="B7472A"/>
    <a:srgbClr val="B0C9C0"/>
    <a:srgbClr val="F1F1F1"/>
    <a:srgbClr val="CB0B15"/>
    <a:srgbClr val="878787"/>
    <a:srgbClr val="E79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443872-CFBA-4C36-9C65-0B06F9184E37}" v="3" dt="2024-08-21T12:37:19.458"/>
    <p1510:client id="{58AF4941-5CAF-4D42-86EC-C6176CBB17B5}" v="14" dt="2024-08-22T08:03:48.498"/>
    <p1510:client id="{98F8A75B-3ACF-4EC2-8276-5BE64D7A1BFF}" v="328" dt="2024-08-22T07:48:16.874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634E831E-8B63-4B27-BCCD-CDC3ECCA12BE}" type="datetimeFigureOut">
              <a:rPr lang="en-US"/>
              <a:pPr/>
              <a:t>7/7/2026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2E5C2DE7-CEC4-4B6E-A52D-058455C2E41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97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C2DE7-CEC4-4B6E-A52D-058455C2E417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2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771A6EE-56E4-4D0F-8733-3842F3AB1957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0EDB2-57C8-4CAE-B8DE-69B518AB074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178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FAD3A-A62E-9A00-2A87-B952C01AA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3086644-585A-8390-D883-E94AC6D05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A192613-A56C-5EB9-0220-11060803B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4AB27B-D105-B5B0-6DC3-745DA0E41E4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771A6EE-56E4-4D0F-8733-3842F3AB1957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0CE474-EAA9-D436-B4B1-A5CC114BDB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561608-B450-5429-3FD0-C9E032937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0EDB2-57C8-4CAE-B8DE-69B518AB074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24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6B258-4733-05B7-F679-DAA9D2AA6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1808DE3-DA24-4BEC-D1DA-F6A449925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E53235D-4595-60E2-C6FD-3327127D3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D1C30A-3A23-271D-81D5-D247005893A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771A6EE-56E4-4D0F-8733-3842F3AB1957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190E7D-4B30-FB32-0191-BB565B28EE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DE2ECF-413C-F6A5-1393-0E12AB9D2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0EDB2-57C8-4CAE-B8DE-69B518AB074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20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C2DE7-CEC4-4B6E-A52D-058455C2E417}" type="slidenum">
              <a:rPr lang="de-DE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412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2.sv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|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E48568-44D8-50E6-466E-547DF23D1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775" y="4112613"/>
            <a:ext cx="11016574" cy="792000"/>
          </a:xfrm>
        </p:spPr>
        <p:txBody>
          <a:bodyPr anchor="b"/>
          <a:lstStyle>
            <a:lvl1pPr algn="l">
              <a:lnSpc>
                <a:spcPct val="100000"/>
              </a:lnSpc>
              <a:defRPr sz="2800" b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B3C73EA-593C-22D6-FBA0-BA75DF7E87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775" y="5192613"/>
            <a:ext cx="11016574" cy="864184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</a:t>
            </a:r>
          </a:p>
          <a:p>
            <a:r>
              <a:rPr lang="en-US"/>
              <a:t>Month YYYY</a:t>
            </a:r>
          </a:p>
          <a:p>
            <a:r>
              <a:rPr lang="en-US"/>
              <a:t>Location / Channel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049E87-352A-6A4D-872A-38E661BA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88832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28419D-8FE8-7304-5834-21A35EE7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88832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929F9C-A534-7E25-A3D8-48191549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8883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DF944B-DBF6-16A9-ACD1-78DB34F2C205}"/>
              </a:ext>
            </a:extLst>
          </p:cNvPr>
          <p:cNvSpPr>
            <a:spLocks noGrp="1"/>
          </p:cNvSpPr>
          <p:nvPr>
            <p:ph type="pic" sz="quarter" idx="13" hasCustomPrompt="1"/>
            <p:custDataLst>
              <p:tags r:id="rId1"/>
            </p:custDataLst>
          </p:nvPr>
        </p:nvSpPr>
        <p:spPr>
          <a:xfrm>
            <a:off x="0" y="836613"/>
            <a:ext cx="12192000" cy="2880001"/>
          </a:xfrm>
          <a:solidFill>
            <a:srgbClr val="E3E3E3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1CE1CC6-6F06-D7E5-DCD8-450A164DA97F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629775" y="3590613"/>
            <a:ext cx="2106000" cy="234000"/>
          </a:xfrm>
          <a:solidFill>
            <a:srgbClr val="00893D"/>
          </a:solidFill>
        </p:spPr>
        <p:txBody>
          <a:bodyPr/>
          <a:lstStyle>
            <a:lvl1pPr>
              <a:defRPr sz="100">
                <a:solidFill>
                  <a:srgbClr val="00893D"/>
                </a:solidFill>
              </a:defRPr>
            </a:lvl1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F1F146A-4D91-744D-C68E-D304E010A6D5}"/>
              </a:ext>
            </a:extLst>
          </p:cNvPr>
          <p:cNvSpPr/>
          <p:nvPr/>
        </p:nvSpPr>
        <p:spPr>
          <a:xfrm>
            <a:off x="4440477" y="6457167"/>
            <a:ext cx="7272098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D3AE564-D8A4-F38B-4C3B-35F2456F33BD}"/>
              </a:ext>
            </a:extLst>
          </p:cNvPr>
          <p:cNvSpPr/>
          <p:nvPr userDrawn="1"/>
        </p:nvSpPr>
        <p:spPr>
          <a:xfrm>
            <a:off x="4440477" y="6457167"/>
            <a:ext cx="7272098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B8CDE0-1C55-A692-641F-226CB56DF0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2526" y="6337101"/>
            <a:ext cx="1620000" cy="187524"/>
          </a:xfrm>
          <a:prstGeom prst="rect">
            <a:avLst/>
          </a:prstGeom>
        </p:spPr>
      </p:pic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952B1B6F-E149-BD5D-9D2B-BA595168224B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81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|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E48568-44D8-50E6-466E-547DF23D1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7666" y="3357000"/>
            <a:ext cx="3484911" cy="1193387"/>
          </a:xfrm>
        </p:spPr>
        <p:txBody>
          <a:bodyPr anchor="t"/>
          <a:lstStyle>
            <a:lvl1pPr algn="l">
              <a:lnSpc>
                <a:spcPct val="100000"/>
              </a:lnSpc>
              <a:defRPr sz="2800" b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B3C73EA-593C-22D6-FBA0-BA75DF7E87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27666" y="4879910"/>
            <a:ext cx="3484909" cy="583090"/>
          </a:xfrm>
        </p:spPr>
        <p:txBody>
          <a:bodyPr bIns="144000" anchor="b"/>
          <a:lstStyle>
            <a:lvl1pPr marL="0" indent="0" algn="l">
              <a:spcBef>
                <a:spcPts val="0"/>
              </a:spcBef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/ Month YYYY</a:t>
            </a:r>
          </a:p>
          <a:p>
            <a:r>
              <a:rPr lang="en-US"/>
              <a:t>Location / Channel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049E87-352A-6A4D-872A-38E661BA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88832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28419D-8FE8-7304-5834-21A35EE7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88832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929F9C-A534-7E25-A3D8-48191549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8883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13EB81D-D70D-3D96-48AD-DF7B947B5D1D}"/>
              </a:ext>
            </a:extLst>
          </p:cNvPr>
          <p:cNvSpPr/>
          <p:nvPr/>
        </p:nvSpPr>
        <p:spPr>
          <a:xfrm>
            <a:off x="7751763" y="6457167"/>
            <a:ext cx="3960811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DF944B-DBF6-16A9-ACD1-78DB34F2C2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577"/>
            <a:ext cx="7751764" cy="6858000"/>
          </a:xfrm>
          <a:solidFill>
            <a:srgbClr val="E3E3E3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1CE1CC6-6F06-D7E5-DCD8-450A164DA97F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7633426" y="3357000"/>
            <a:ext cx="234000" cy="2106000"/>
          </a:xfrm>
          <a:solidFill>
            <a:srgbClr val="00893D"/>
          </a:solidFill>
        </p:spPr>
        <p:txBody>
          <a:bodyPr/>
          <a:lstStyle>
            <a:lvl1pPr>
              <a:defRPr sz="100">
                <a:solidFill>
                  <a:srgbClr val="00893D"/>
                </a:solidFill>
              </a:defRPr>
            </a:lvl1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AA0C0D3-C7D1-47AD-DEA6-A0A5EED92C98}"/>
              </a:ext>
            </a:extLst>
          </p:cNvPr>
          <p:cNvSpPr/>
          <p:nvPr userDrawn="1"/>
        </p:nvSpPr>
        <p:spPr>
          <a:xfrm>
            <a:off x="7751763" y="6457167"/>
            <a:ext cx="3960811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B8CDE0-1C55-A692-641F-226CB56DF0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2526" y="6337101"/>
            <a:ext cx="1620000" cy="187524"/>
          </a:xfrm>
          <a:prstGeom prst="rect">
            <a:avLst/>
          </a:prstGeom>
        </p:spPr>
      </p:pic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6981DCB9-24B0-27F6-D959-DC9EF6AF73F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umber">
            <a:extLst>
              <a:ext uri="{FF2B5EF4-FFF2-40B4-BE49-F238E27FC236}">
                <a16:creationId xmlns:a16="http://schemas.microsoft.com/office/drawing/2014/main" id="{4D7E2CD3-2954-CD10-B150-9D1B569E91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856660"/>
            <a:ext cx="12192000" cy="3934539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70000" b="1">
                <a:solidFill>
                  <a:srgbClr val="C9DAD4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799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90FAA563-D514-492E-CB17-0EBF5636BFC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50B44409-99CD-4263-E4A7-C3D7CE59BCCC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63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| Carbon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716EB2-9025-C60D-8D22-073E2FFBFD23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10" name="Number">
            <a:extLst>
              <a:ext uri="{FF2B5EF4-FFF2-40B4-BE49-F238E27FC236}">
                <a16:creationId xmlns:a16="http://schemas.microsoft.com/office/drawing/2014/main" id="{4D7E2CD3-2954-CD10-B150-9D1B569E91C0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0" y="1856660"/>
            <a:ext cx="12192000" cy="3934539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70000" b="1">
                <a:solidFill>
                  <a:srgbClr val="B0C9C0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>
            <a:solidFill>
              <a:srgbClr val="6196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607342D-0C7B-8520-0879-637463872D8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>
            <a:solidFill>
              <a:srgbClr val="95B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87CE385E-BE30-6D63-24AB-F7CD8088B82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87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-Section Header | Carbon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716EB2-9025-C60D-8D22-073E2FFBFD23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12" name="Number">
            <a:extLst>
              <a:ext uri="{FF2B5EF4-FFF2-40B4-BE49-F238E27FC236}">
                <a16:creationId xmlns:a16="http://schemas.microsoft.com/office/drawing/2014/main" id="{94BFC9A3-C93C-90E9-D177-AA22DCFD0B7D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3848993" y="6182049"/>
            <a:ext cx="8343007" cy="1666418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0000" b="1">
                <a:solidFill>
                  <a:srgbClr val="B0C9C0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/>
              <a:t>#.#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607342D-0C7B-8520-0879-637463872D8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87CE385E-BE30-6D63-24AB-F7CD8088B82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28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C3346A-DE07-7BFF-EEC9-FFA259A0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86A55F-21D9-168D-92F2-91A935A4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263661-E5FB-09ED-FE17-C777F76D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563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Headlin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8A2D4D-3EBD-ACEB-DE33-22542A0B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82BEC0-E5EA-63F2-DBE4-6BC4FA9CD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311B00-3E3E-6CE6-0822-36154CC6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556E01-27D2-C56C-4B02-3C76BD3BD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68382814-9A79-F736-ADBE-7FE811FDAD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20336019-F854-364F-9FAC-6BBFF9F1CE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320496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extLst>
    <p:ext uri="{DCECCB84-F9BA-43D5-87BE-67443E8EF086}">
      <p15:sldGuideLst xmlns:p15="http://schemas.microsoft.com/office/powerpoint/2012/main">
        <p15:guide id="1" orient="horz" pos="388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5" y="1340580"/>
            <a:ext cx="11233150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96FCF-A197-698E-1118-3E15F5D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FE71-560B-093C-2FB0-B95024DD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182C-8D76-C30C-69B3-7CBA4DBC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F73C92D8-6448-1167-A8D1-296E072412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3352472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extLst>
    <p:ext uri="{DCECCB84-F9BA-43D5-87BE-67443E8EF086}">
      <p15:sldGuideLst xmlns:p15="http://schemas.microsoft.com/office/powerpoint/2012/main">
        <p15:guide id="1" orient="horz" pos="388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5545138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right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7439" y="1340580"/>
            <a:ext cx="5545138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A858F8A0-E7D7-C182-EC89-229FFDC209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730081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extLst>
    <p:ext uri="{DCECCB84-F9BA-43D5-87BE-67443E8EF086}">
      <p15:sldGuideLst xmlns:p15="http://schemas.microsoft.com/office/powerpoint/2012/main">
        <p15:guide id="3" pos="3795" userDrawn="1">
          <p15:clr>
            <a:srgbClr val="FBAE40"/>
          </p15:clr>
        </p15:guide>
        <p15:guide id="4" pos="3885" userDrawn="1">
          <p15:clr>
            <a:srgbClr val="FBAE40"/>
          </p15:clr>
        </p15:guide>
        <p15:guide id="5" orient="horz" pos="388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3647662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middle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2149" y="1340580"/>
            <a:ext cx="3647662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Content right">
            <a:extLst>
              <a:ext uri="{FF2B5EF4-FFF2-40B4-BE49-F238E27FC236}">
                <a16:creationId xmlns:a16="http://schemas.microsoft.com/office/drawing/2014/main" id="{48BA25C7-75CC-8521-D13E-9BBA4353A6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4922" y="1340580"/>
            <a:ext cx="3647662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9974B16A-1B20-17BB-F707-6B707E3269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363350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extLst>
    <p:ext uri="{DCECCB84-F9BA-43D5-87BE-67443E8EF086}">
      <p15:sldGuideLst xmlns:p15="http://schemas.microsoft.com/office/powerpoint/2012/main">
        <p15:guide id="5" pos="4989" userDrawn="1">
          <p15:clr>
            <a:srgbClr val="FBAE40"/>
          </p15:clr>
        </p15:guide>
        <p15:guide id="6" pos="5081" userDrawn="1">
          <p15:clr>
            <a:srgbClr val="FBAE40"/>
          </p15:clr>
        </p15:guide>
        <p15:guide id="7" pos="2690" userDrawn="1">
          <p15:clr>
            <a:srgbClr val="FBAE40"/>
          </p15:clr>
        </p15:guide>
        <p15:guide id="8" pos="2600" userDrawn="1">
          <p15:clr>
            <a:srgbClr val="FBAE40"/>
          </p15:clr>
        </p15:guide>
        <p15:guide id="9" orient="horz" pos="388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12" name="Content 1">
            <a:extLst>
              <a:ext uri="{FF2B5EF4-FFF2-40B4-BE49-F238E27FC236}">
                <a16:creationId xmlns:a16="http://schemas.microsoft.com/office/drawing/2014/main" id="{37BE4B4D-CFDD-B8D1-ADCC-0FBE108A0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2700000" cy="48248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Content 2">
            <a:extLst>
              <a:ext uri="{FF2B5EF4-FFF2-40B4-BE49-F238E27FC236}">
                <a16:creationId xmlns:a16="http://schemas.microsoft.com/office/drawing/2014/main" id="{6866A2D6-5143-DA06-4EB1-AC3BEA043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23778" y="1340580"/>
            <a:ext cx="2700000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Content 3">
            <a:extLst>
              <a:ext uri="{FF2B5EF4-FFF2-40B4-BE49-F238E27FC236}">
                <a16:creationId xmlns:a16="http://schemas.microsoft.com/office/drawing/2014/main" id="{29054455-AD76-A317-FC31-A41B80ECF8D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81" y="1340580"/>
            <a:ext cx="2700000" cy="48248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Content 4">
            <a:extLst>
              <a:ext uri="{FF2B5EF4-FFF2-40B4-BE49-F238E27FC236}">
                <a16:creationId xmlns:a16="http://schemas.microsoft.com/office/drawing/2014/main" id="{AE0F360B-178D-DF84-269E-46B3D56DDD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12585" y="1340580"/>
            <a:ext cx="2700000" cy="48248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6" name="footnote">
            <a:extLst>
              <a:ext uri="{FF2B5EF4-FFF2-40B4-BE49-F238E27FC236}">
                <a16:creationId xmlns:a16="http://schemas.microsoft.com/office/drawing/2014/main" id="{E671ABC2-6291-11C7-0DA9-7DCEA8FB2C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312422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extLst>
    <p:ext uri="{DCECCB84-F9BA-43D5-87BE-67443E8EF086}">
      <p15:sldGuideLst xmlns:p15="http://schemas.microsoft.com/office/powerpoint/2012/main">
        <p15:guide id="1" orient="horz" pos="3884" userDrawn="1">
          <p15:clr>
            <a:srgbClr val="FBAE40"/>
          </p15:clr>
        </p15:guide>
        <p15:guide id="2" pos="2003" userDrawn="1">
          <p15:clr>
            <a:srgbClr val="FBAE40"/>
          </p15:clr>
        </p15:guide>
        <p15:guide id="3" pos="2091" userDrawn="1">
          <p15:clr>
            <a:srgbClr val="FBAE40"/>
          </p15:clr>
        </p15:guide>
        <p15:guide id="4" pos="3795" userDrawn="1">
          <p15:clr>
            <a:srgbClr val="FBAE40"/>
          </p15:clr>
        </p15:guide>
        <p15:guide id="5" pos="3885" userDrawn="1">
          <p15:clr>
            <a:srgbClr val="FBAE40"/>
          </p15:clr>
        </p15:guide>
        <p15:guide id="6" pos="5586" userDrawn="1">
          <p15:clr>
            <a:srgbClr val="FBAE40"/>
          </p15:clr>
        </p15:guide>
        <p15:guide id="7" pos="567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Aspec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5" y="1340580"/>
            <a:ext cx="7848600" cy="4824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96FCF-A197-698E-1118-3E15F5D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FE71-560B-093C-2FB0-B95024DD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182C-8D76-C30C-69B3-7CBA4DBC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cxnSp>
        <p:nvCxnSpPr>
          <p:cNvPr id="8" name="Straight Connector 30">
            <a:extLst>
              <a:ext uri="{FF2B5EF4-FFF2-40B4-BE49-F238E27FC236}">
                <a16:creationId xmlns:a16="http://schemas.microsoft.com/office/drawing/2014/main" id="{8158F510-4543-6AE7-9404-7270C56BAD64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gray">
          <a:xfrm>
            <a:off x="8618533" y="1340579"/>
            <a:ext cx="0" cy="4824001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erline">
            <a:extLst>
              <a:ext uri="{FF2B5EF4-FFF2-40B4-BE49-F238E27FC236}">
                <a16:creationId xmlns:a16="http://schemas.microsoft.com/office/drawing/2014/main" id="{54A57B10-0806-EE10-8CEC-EF03A9141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06400" y="1340724"/>
            <a:ext cx="2806170" cy="337447"/>
          </a:xfrm>
        </p:spPr>
        <p:txBody>
          <a:bodyPr/>
          <a:lstStyle>
            <a:lvl1pPr>
              <a:lnSpc>
                <a:spcPct val="100000"/>
              </a:lnSpc>
              <a:defRPr sz="1400" b="1"/>
            </a:lvl1pPr>
          </a:lstStyle>
          <a:p>
            <a:pPr lvl="0"/>
            <a:r>
              <a:rPr lang="de-DE" err="1"/>
              <a:t>Overline</a:t>
            </a:r>
            <a:r>
              <a:rPr lang="de-DE"/>
              <a:t> (Teaser </a:t>
            </a:r>
            <a:r>
              <a:rPr lang="de-DE" err="1"/>
              <a:t>text</a:t>
            </a:r>
            <a:r>
              <a:rPr lang="de-DE"/>
              <a:t>), </a:t>
            </a:r>
            <a:r>
              <a:rPr lang="de-DE" err="1"/>
              <a:t>bold</a:t>
            </a:r>
            <a:r>
              <a:rPr lang="de-DE"/>
              <a:t>.</a:t>
            </a:r>
          </a:p>
        </p:txBody>
      </p:sp>
      <p:sp>
        <p:nvSpPr>
          <p:cNvPr id="12" name="Content right">
            <a:extLst>
              <a:ext uri="{FF2B5EF4-FFF2-40B4-BE49-F238E27FC236}">
                <a16:creationId xmlns:a16="http://schemas.microsoft.com/office/drawing/2014/main" id="{0B93BF9A-33F5-4981-4957-85243F8EA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06400" y="1678172"/>
            <a:ext cx="2808001" cy="34338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ootnote">
            <a:extLst>
              <a:ext uri="{FF2B5EF4-FFF2-40B4-BE49-F238E27FC236}">
                <a16:creationId xmlns:a16="http://schemas.microsoft.com/office/drawing/2014/main" id="{A8105C7A-86DA-6E7B-6A18-59E74532B1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7848549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  <p:sp>
        <p:nvSpPr>
          <p:cNvPr id="9" name="Conclusion">
            <a:extLst>
              <a:ext uri="{FF2B5EF4-FFF2-40B4-BE49-F238E27FC236}">
                <a16:creationId xmlns:a16="http://schemas.microsoft.com/office/drawing/2014/main" id="{692BBBE9-7519-56FD-E90A-9D8E1D525B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06401" y="5573509"/>
            <a:ext cx="2808001" cy="591071"/>
          </a:xfrm>
          <a:solidFill>
            <a:srgbClr val="619685"/>
          </a:solidFill>
        </p:spPr>
        <p:txBody>
          <a:bodyPr lIns="144000" tIns="72000" rIns="144000" bIns="90000" anchor="b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/>
              <a:t>Mastertextformat </a:t>
            </a:r>
            <a:br>
              <a:rPr lang="de-DE"/>
            </a:br>
            <a:r>
              <a:rPr lang="de-DE"/>
              <a:t>bearbeiten</a:t>
            </a:r>
          </a:p>
        </p:txBody>
      </p: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A6043DE1-C47C-B3B2-9747-BEE9A45183C5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 bwMode="gray">
          <a:xfrm>
            <a:off x="8618533" y="1340579"/>
            <a:ext cx="0" cy="4824001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75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extLst>
    <p:ext uri="{DCECCB84-F9BA-43D5-87BE-67443E8EF086}">
      <p15:sldGuideLst xmlns:p15="http://schemas.microsoft.com/office/powerpoint/2012/main">
        <p15:guide id="1" orient="horz" pos="388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11" name="Content left">
            <a:extLst>
              <a:ext uri="{FF2B5EF4-FFF2-40B4-BE49-F238E27FC236}">
                <a16:creationId xmlns:a16="http://schemas.microsoft.com/office/drawing/2014/main" id="{12C9B869-1223-B7DD-64CA-71F7DD3A7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39200"/>
            <a:ext cx="5040569" cy="4824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Content right">
            <a:extLst>
              <a:ext uri="{FF2B5EF4-FFF2-40B4-BE49-F238E27FC236}">
                <a16:creationId xmlns:a16="http://schemas.microsoft.com/office/drawing/2014/main" id="{02B7A186-8034-ED64-E1E4-6562647A1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2015" y="1339200"/>
            <a:ext cx="5040569" cy="4824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16" name="Straight Connector 30">
            <a:extLst>
              <a:ext uri="{FF2B5EF4-FFF2-40B4-BE49-F238E27FC236}">
                <a16:creationId xmlns:a16="http://schemas.microsoft.com/office/drawing/2014/main" id="{BD46E923-F552-A039-9B3D-1A367BD52B2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 bwMode="gray">
          <a:xfrm>
            <a:off x="6096000" y="4363201"/>
            <a:ext cx="0" cy="1800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0">
            <a:extLst>
              <a:ext uri="{FF2B5EF4-FFF2-40B4-BE49-F238E27FC236}">
                <a16:creationId xmlns:a16="http://schemas.microsoft.com/office/drawing/2014/main" id="{6E1A39C5-D360-C3A7-4AD3-DE450DD786C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 bwMode="gray">
          <a:xfrm flipH="1">
            <a:off x="6095999" y="1340579"/>
            <a:ext cx="1" cy="1800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0A6D7AC7-847E-754F-B822-A76E53E8BA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0429" y="3457345"/>
            <a:ext cx="360000" cy="589091"/>
          </a:xfrm>
          <a:prstGeom prst="rect">
            <a:avLst/>
          </a:prstGeom>
        </p:spPr>
      </p:pic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AAEC7CFA-3752-3263-EC58-30A15FB38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110303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extLst>
    <p:ext uri="{DCECCB84-F9BA-43D5-87BE-67443E8EF086}">
      <p15:sldGuideLst xmlns:p15="http://schemas.microsoft.com/office/powerpoint/2012/main">
        <p15:guide id="1" orient="horz" pos="388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2DB293A-0A29-0326-DCB5-BD8AB9CE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0D3C7FE-9588-2A3E-AFC5-00D93785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2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410E3D-A999-0083-C1B8-7501BBF20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2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71C80C-009B-0AB0-BC0E-AE0937B3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2159DC9A-A010-CFE0-9F91-1B18DB5773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A13BA07-06F1-C75E-B12F-D9ABCC4E79B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340580"/>
            <a:ext cx="12192000" cy="5517420"/>
          </a:xfrm>
          <a:solidFill>
            <a:srgbClr val="E3E3E3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431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F3D5A2-16D7-D2DB-C464-1CF731F1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78AB93A-6F01-B612-509A-25F546BB0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2EECA7-F994-4474-F5A9-67D2838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F0B770A-895B-70DE-FDEC-714E84A8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6" name="MIO_CONVERT_SLIDES_SUBTITLE">
            <a:extLst>
              <a:ext uri="{FF2B5EF4-FFF2-40B4-BE49-F238E27FC236}">
                <a16:creationId xmlns:a16="http://schemas.microsoft.com/office/drawing/2014/main" id="{FBCF9CDF-8FA3-A63B-FA90-CB1F281910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85B3299-FE9F-8E3B-FC17-C1EB090D3B5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751764" y="1628772"/>
            <a:ext cx="3960821" cy="4679951"/>
          </a:xfrm>
          <a:solidFill>
            <a:srgbClr val="E3E3E3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4BE864C4-DE8B-777A-1A0D-CFC3C6A58C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5888" y="2228851"/>
            <a:ext cx="6119875" cy="18466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237864"/>
                </a:solidFill>
              </a:defRPr>
            </a:lvl1pPr>
          </a:lstStyle>
          <a:p>
            <a:pPr lvl="0"/>
            <a:r>
              <a:rPr lang="en-US"/>
              <a:t>“Quote. The text can be in any secondary color </a:t>
            </a:r>
            <a:br>
              <a:rPr lang="en-US"/>
            </a:br>
            <a:r>
              <a:rPr lang="en-US"/>
              <a:t>of 60-100% shading.”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2457AD6-FC75-AC51-81F6-9F00027FEAFB}"/>
              </a:ext>
            </a:extLst>
          </p:cNvPr>
          <p:cNvCxnSpPr>
            <a:cxnSpLocks/>
          </p:cNvCxnSpPr>
          <p:nvPr/>
        </p:nvCxnSpPr>
        <p:spPr bwMode="gray">
          <a:xfrm>
            <a:off x="1055888" y="4549146"/>
            <a:ext cx="1080000" cy="0"/>
          </a:xfrm>
          <a:prstGeom prst="line">
            <a:avLst/>
          </a:prstGeom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Name">
            <a:extLst>
              <a:ext uri="{FF2B5EF4-FFF2-40B4-BE49-F238E27FC236}">
                <a16:creationId xmlns:a16="http://schemas.microsoft.com/office/drawing/2014/main" id="{9DF927A2-8E33-9704-D203-297E80F8A9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3173" y="4385554"/>
            <a:ext cx="4892590" cy="246221"/>
          </a:xfrm>
        </p:spPr>
        <p:txBody>
          <a:bodyPr/>
          <a:lstStyle>
            <a:lvl1pPr>
              <a:defRPr sz="1600">
                <a:solidFill>
                  <a:srgbClr val="646464"/>
                </a:solidFill>
              </a:defRPr>
            </a:lvl1pPr>
          </a:lstStyle>
          <a:p>
            <a:pPr lvl="0"/>
            <a:r>
              <a:rPr lang="de-DE"/>
              <a:t>Name – Additional Info </a:t>
            </a:r>
            <a:r>
              <a:rPr lang="de-DE" err="1"/>
              <a:t>about</a:t>
            </a:r>
            <a:r>
              <a:rPr lang="de-DE"/>
              <a:t> </a:t>
            </a:r>
            <a:r>
              <a:rPr lang="de-DE" err="1"/>
              <a:t>author</a:t>
            </a:r>
            <a:endParaRPr lang="de-DE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8C38F21-301C-1C7B-C83E-93CE7B8EDD6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1055888" y="4549146"/>
            <a:ext cx="1080000" cy="0"/>
          </a:xfrm>
          <a:prstGeom prst="line">
            <a:avLst/>
          </a:prstGeom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03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&amp;A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7CAFE7-EBEF-EBE0-CCF5-ED8631B3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EAC11E8-DE5B-473E-693E-EC4BF91E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CEB6AF-5005-160E-A119-CF142C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2FC50409-51B2-E654-EF34-5C2BB778DF8F}"/>
              </a:ext>
            </a:extLst>
          </p:cNvPr>
          <p:cNvGrpSpPr/>
          <p:nvPr/>
        </p:nvGrpSpPr>
        <p:grpSpPr>
          <a:xfrm>
            <a:off x="2819646" y="2171374"/>
            <a:ext cx="6552709" cy="2515253"/>
            <a:chOff x="2819645" y="2138586"/>
            <a:chExt cx="6552709" cy="2515253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82AEE0FF-C8B2-9A15-27E7-F6E92CDB1149}"/>
                </a:ext>
              </a:extLst>
            </p:cNvPr>
            <p:cNvSpPr/>
            <p:nvPr/>
          </p:nvSpPr>
          <p:spPr>
            <a:xfrm>
              <a:off x="2819645" y="2138586"/>
              <a:ext cx="2004688" cy="2515253"/>
            </a:xfrm>
            <a:custGeom>
              <a:avLst/>
              <a:gdLst>
                <a:gd name="connsiteX0" fmla="*/ 1948483 w 2004688"/>
                <a:gd name="connsiteY0" fmla="*/ 1032800 h 2515253"/>
                <a:gd name="connsiteX1" fmla="*/ 1847780 w 2004688"/>
                <a:gd name="connsiteY1" fmla="*/ 1585500 h 2515253"/>
                <a:gd name="connsiteX2" fmla="*/ 1515226 w 2004688"/>
                <a:gd name="connsiteY2" fmla="*/ 1950844 h 2515253"/>
                <a:gd name="connsiteX3" fmla="*/ 2004689 w 2004688"/>
                <a:gd name="connsiteY3" fmla="*/ 2515253 h 2515253"/>
                <a:gd name="connsiteX4" fmla="*/ 1330214 w 2004688"/>
                <a:gd name="connsiteY4" fmla="*/ 2515253 h 2515253"/>
                <a:gd name="connsiteX5" fmla="*/ 992977 w 2004688"/>
                <a:gd name="connsiteY5" fmla="*/ 2065599 h 2515253"/>
                <a:gd name="connsiteX6" fmla="*/ 974241 w 2004688"/>
                <a:gd name="connsiteY6" fmla="*/ 2065599 h 2515253"/>
                <a:gd name="connsiteX7" fmla="*/ 421547 w 2004688"/>
                <a:gd name="connsiteY7" fmla="*/ 1936792 h 2515253"/>
                <a:gd name="connsiteX8" fmla="*/ 103045 w 2004688"/>
                <a:gd name="connsiteY8" fmla="*/ 1573790 h 2515253"/>
                <a:gd name="connsiteX9" fmla="*/ 0 w 2004688"/>
                <a:gd name="connsiteY9" fmla="*/ 1028116 h 2515253"/>
                <a:gd name="connsiteX10" fmla="*/ 103045 w 2004688"/>
                <a:gd name="connsiteY10" fmla="*/ 484783 h 2515253"/>
                <a:gd name="connsiteX11" fmla="*/ 423889 w 2004688"/>
                <a:gd name="connsiteY11" fmla="*/ 126465 h 2515253"/>
                <a:gd name="connsiteX12" fmla="*/ 976583 w 2004688"/>
                <a:gd name="connsiteY12" fmla="*/ 0 h 2515253"/>
                <a:gd name="connsiteX13" fmla="*/ 1533962 w 2004688"/>
                <a:gd name="connsiteY13" fmla="*/ 128807 h 2515253"/>
                <a:gd name="connsiteX14" fmla="*/ 1847780 w 2004688"/>
                <a:gd name="connsiteY14" fmla="*/ 489467 h 2515253"/>
                <a:gd name="connsiteX15" fmla="*/ 1948483 w 2004688"/>
                <a:gd name="connsiteY15" fmla="*/ 1032800 h 2515253"/>
                <a:gd name="connsiteX16" fmla="*/ 569088 w 2004688"/>
                <a:gd name="connsiteY16" fmla="*/ 1032800 h 2515253"/>
                <a:gd name="connsiteX17" fmla="*/ 662765 w 2004688"/>
                <a:gd name="connsiteY17" fmla="*/ 1459034 h 2515253"/>
                <a:gd name="connsiteX18" fmla="*/ 974241 w 2004688"/>
                <a:gd name="connsiteY18" fmla="*/ 1613603 h 2515253"/>
                <a:gd name="connsiteX19" fmla="*/ 1288059 w 2004688"/>
                <a:gd name="connsiteY19" fmla="*/ 1459034 h 2515253"/>
                <a:gd name="connsiteX20" fmla="*/ 1377053 w 2004688"/>
                <a:gd name="connsiteY20" fmla="*/ 1032800 h 2515253"/>
                <a:gd name="connsiteX21" fmla="*/ 1288059 w 2004688"/>
                <a:gd name="connsiteY21" fmla="*/ 601881 h 2515253"/>
                <a:gd name="connsiteX22" fmla="*/ 976583 w 2004688"/>
                <a:gd name="connsiteY22" fmla="*/ 444970 h 2515253"/>
                <a:gd name="connsiteX23" fmla="*/ 662765 w 2004688"/>
                <a:gd name="connsiteY23" fmla="*/ 601881 h 2515253"/>
                <a:gd name="connsiteX24" fmla="*/ 569088 w 2004688"/>
                <a:gd name="connsiteY24" fmla="*/ 1032800 h 251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4688" h="2515253">
                  <a:moveTo>
                    <a:pt x="1948483" y="1032800"/>
                  </a:moveTo>
                  <a:cubicBezTo>
                    <a:pt x="1948483" y="1243575"/>
                    <a:pt x="1915695" y="1426247"/>
                    <a:pt x="1847780" y="1585500"/>
                  </a:cubicBezTo>
                  <a:cubicBezTo>
                    <a:pt x="1779864" y="1744752"/>
                    <a:pt x="1669793" y="1866533"/>
                    <a:pt x="1515226" y="1950844"/>
                  </a:cubicBezTo>
                  <a:lnTo>
                    <a:pt x="2004689" y="2515253"/>
                  </a:lnTo>
                  <a:lnTo>
                    <a:pt x="1330214" y="2515253"/>
                  </a:lnTo>
                  <a:lnTo>
                    <a:pt x="992977" y="2065599"/>
                  </a:lnTo>
                  <a:lnTo>
                    <a:pt x="974241" y="2065599"/>
                  </a:lnTo>
                  <a:cubicBezTo>
                    <a:pt x="749416" y="2065599"/>
                    <a:pt x="564404" y="2023444"/>
                    <a:pt x="421547" y="1936792"/>
                  </a:cubicBezTo>
                  <a:cubicBezTo>
                    <a:pt x="276347" y="1850140"/>
                    <a:pt x="170961" y="1730700"/>
                    <a:pt x="103045" y="1573790"/>
                  </a:cubicBezTo>
                  <a:cubicBezTo>
                    <a:pt x="35129" y="1419221"/>
                    <a:pt x="0" y="1236549"/>
                    <a:pt x="0" y="1028116"/>
                  </a:cubicBezTo>
                  <a:cubicBezTo>
                    <a:pt x="0" y="819682"/>
                    <a:pt x="35129" y="639352"/>
                    <a:pt x="103045" y="484783"/>
                  </a:cubicBezTo>
                  <a:cubicBezTo>
                    <a:pt x="173303" y="330215"/>
                    <a:pt x="278689" y="210775"/>
                    <a:pt x="423889" y="126465"/>
                  </a:cubicBezTo>
                  <a:cubicBezTo>
                    <a:pt x="569088" y="42155"/>
                    <a:pt x="751758" y="0"/>
                    <a:pt x="976583" y="0"/>
                  </a:cubicBezTo>
                  <a:cubicBezTo>
                    <a:pt x="1201408" y="0"/>
                    <a:pt x="1391104" y="42155"/>
                    <a:pt x="1533962" y="128807"/>
                  </a:cubicBezTo>
                  <a:cubicBezTo>
                    <a:pt x="1676819" y="213117"/>
                    <a:pt x="1782206" y="334899"/>
                    <a:pt x="1847780" y="489467"/>
                  </a:cubicBezTo>
                  <a:cubicBezTo>
                    <a:pt x="1913354" y="644036"/>
                    <a:pt x="1948483" y="824366"/>
                    <a:pt x="1948483" y="1032800"/>
                  </a:cubicBezTo>
                  <a:close/>
                  <a:moveTo>
                    <a:pt x="569088" y="1032800"/>
                  </a:moveTo>
                  <a:cubicBezTo>
                    <a:pt x="569088" y="1215472"/>
                    <a:pt x="599533" y="1355989"/>
                    <a:pt x="662765" y="1459034"/>
                  </a:cubicBezTo>
                  <a:cubicBezTo>
                    <a:pt x="725997" y="1562080"/>
                    <a:pt x="829042" y="1613603"/>
                    <a:pt x="974241" y="1613603"/>
                  </a:cubicBezTo>
                  <a:cubicBezTo>
                    <a:pt x="1119441" y="1613603"/>
                    <a:pt x="1229511" y="1562080"/>
                    <a:pt x="1288059" y="1459034"/>
                  </a:cubicBezTo>
                  <a:cubicBezTo>
                    <a:pt x="1348949" y="1355989"/>
                    <a:pt x="1377053" y="1213130"/>
                    <a:pt x="1377053" y="1032800"/>
                  </a:cubicBezTo>
                  <a:cubicBezTo>
                    <a:pt x="1377053" y="852470"/>
                    <a:pt x="1346608" y="707269"/>
                    <a:pt x="1288059" y="601881"/>
                  </a:cubicBezTo>
                  <a:cubicBezTo>
                    <a:pt x="1227169" y="496493"/>
                    <a:pt x="1124125" y="444970"/>
                    <a:pt x="976583" y="444970"/>
                  </a:cubicBezTo>
                  <a:cubicBezTo>
                    <a:pt x="829042" y="444970"/>
                    <a:pt x="723655" y="496493"/>
                    <a:pt x="662765" y="601881"/>
                  </a:cubicBezTo>
                  <a:cubicBezTo>
                    <a:pt x="601875" y="707269"/>
                    <a:pt x="569088" y="850128"/>
                    <a:pt x="569088" y="103280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CAAEB60D-66B3-3C71-2473-EA2D2F91A4EB}"/>
                </a:ext>
              </a:extLst>
            </p:cNvPr>
            <p:cNvSpPr/>
            <p:nvPr/>
          </p:nvSpPr>
          <p:spPr>
            <a:xfrm>
              <a:off x="5014030" y="2145611"/>
              <a:ext cx="2161597" cy="2060915"/>
            </a:xfrm>
            <a:custGeom>
              <a:avLst/>
              <a:gdLst>
                <a:gd name="connsiteX0" fmla="*/ 833726 w 2161597"/>
                <a:gd name="connsiteY0" fmla="*/ 0 h 2060915"/>
                <a:gd name="connsiteX1" fmla="*/ 1281034 w 2161597"/>
                <a:gd name="connsiteY1" fmla="*/ 126465 h 2060915"/>
                <a:gd name="connsiteX2" fmla="*/ 1444968 w 2161597"/>
                <a:gd name="connsiteY2" fmla="*/ 477758 h 2060915"/>
                <a:gd name="connsiteX3" fmla="*/ 1344266 w 2161597"/>
                <a:gd name="connsiteY3" fmla="*/ 777527 h 2060915"/>
                <a:gd name="connsiteX4" fmla="*/ 1081970 w 2161597"/>
                <a:gd name="connsiteY4" fmla="*/ 1002354 h 2060915"/>
                <a:gd name="connsiteX5" fmla="*/ 1353633 w 2161597"/>
                <a:gd name="connsiteY5" fmla="*/ 1259969 h 2060915"/>
                <a:gd name="connsiteX6" fmla="*/ 1496491 w 2161597"/>
                <a:gd name="connsiteY6" fmla="*/ 903992 h 2060915"/>
                <a:gd name="connsiteX7" fmla="*/ 2053869 w 2161597"/>
                <a:gd name="connsiteY7" fmla="*/ 903992 h 2060915"/>
                <a:gd name="connsiteX8" fmla="*/ 1918037 w 2161597"/>
                <a:gd name="connsiteY8" fmla="*/ 1297440 h 2060915"/>
                <a:gd name="connsiteX9" fmla="*/ 1723658 w 2161597"/>
                <a:gd name="connsiteY9" fmla="*/ 1608919 h 2060915"/>
                <a:gd name="connsiteX10" fmla="*/ 2161598 w 2161597"/>
                <a:gd name="connsiteY10" fmla="*/ 2030470 h 2060915"/>
                <a:gd name="connsiteX11" fmla="*/ 1468388 w 2161597"/>
                <a:gd name="connsiteY11" fmla="*/ 2030470 h 2060915"/>
                <a:gd name="connsiteX12" fmla="*/ 1332556 w 2161597"/>
                <a:gd name="connsiteY12" fmla="*/ 1889953 h 2060915"/>
                <a:gd name="connsiteX13" fmla="*/ 1182673 w 2161597"/>
                <a:gd name="connsiteY13" fmla="*/ 1976605 h 2060915"/>
                <a:gd name="connsiteX14" fmla="*/ 1002344 w 2161597"/>
                <a:gd name="connsiteY14" fmla="*/ 2037496 h 2060915"/>
                <a:gd name="connsiteX15" fmla="*/ 728339 w 2161597"/>
                <a:gd name="connsiteY15" fmla="*/ 2060915 h 2060915"/>
                <a:gd name="connsiteX16" fmla="*/ 332554 w 2161597"/>
                <a:gd name="connsiteY16" fmla="*/ 1981289 h 2060915"/>
                <a:gd name="connsiteX17" fmla="*/ 84309 w 2161597"/>
                <a:gd name="connsiteY17" fmla="*/ 1768172 h 2060915"/>
                <a:gd name="connsiteX18" fmla="*/ 0 w 2161597"/>
                <a:gd name="connsiteY18" fmla="*/ 1475428 h 2060915"/>
                <a:gd name="connsiteX19" fmla="*/ 96019 w 2161597"/>
                <a:gd name="connsiteY19" fmla="*/ 1156923 h 2060915"/>
                <a:gd name="connsiteX20" fmla="*/ 372366 w 2161597"/>
                <a:gd name="connsiteY20" fmla="*/ 925070 h 2060915"/>
                <a:gd name="connsiteX21" fmla="*/ 241218 w 2161597"/>
                <a:gd name="connsiteY21" fmla="*/ 718978 h 2060915"/>
                <a:gd name="connsiteX22" fmla="*/ 194380 w 2161597"/>
                <a:gd name="connsiteY22" fmla="*/ 477758 h 2060915"/>
                <a:gd name="connsiteX23" fmla="*/ 355973 w 2161597"/>
                <a:gd name="connsiteY23" fmla="*/ 135833 h 2060915"/>
                <a:gd name="connsiteX24" fmla="*/ 833726 w 2161597"/>
                <a:gd name="connsiteY24" fmla="*/ 0 h 2060915"/>
                <a:gd name="connsiteX25" fmla="*/ 669791 w 2161597"/>
                <a:gd name="connsiteY25" fmla="*/ 1220156 h 2060915"/>
                <a:gd name="connsiteX26" fmla="*/ 583140 w 2161597"/>
                <a:gd name="connsiteY26" fmla="*/ 1318517 h 2060915"/>
                <a:gd name="connsiteX27" fmla="*/ 557378 w 2161597"/>
                <a:gd name="connsiteY27" fmla="*/ 1435615 h 2060915"/>
                <a:gd name="connsiteX28" fmla="*/ 618269 w 2161597"/>
                <a:gd name="connsiteY28" fmla="*/ 1578474 h 2060915"/>
                <a:gd name="connsiteX29" fmla="*/ 782203 w 2161597"/>
                <a:gd name="connsiteY29" fmla="*/ 1632339 h 2060915"/>
                <a:gd name="connsiteX30" fmla="*/ 920377 w 2161597"/>
                <a:gd name="connsiteY30" fmla="*/ 1611261 h 2060915"/>
                <a:gd name="connsiteX31" fmla="*/ 1009370 w 2161597"/>
                <a:gd name="connsiteY31" fmla="*/ 1564422 h 2060915"/>
                <a:gd name="connsiteX32" fmla="*/ 669791 w 2161597"/>
                <a:gd name="connsiteY32" fmla="*/ 1217814 h 2060915"/>
                <a:gd name="connsiteX33" fmla="*/ 824358 w 2161597"/>
                <a:gd name="connsiteY33" fmla="*/ 351292 h 2060915"/>
                <a:gd name="connsiteX34" fmla="*/ 723655 w 2161597"/>
                <a:gd name="connsiteY34" fmla="*/ 384080 h 2060915"/>
                <a:gd name="connsiteX35" fmla="*/ 679159 w 2161597"/>
                <a:gd name="connsiteY35" fmla="*/ 494151 h 2060915"/>
                <a:gd name="connsiteX36" fmla="*/ 716629 w 2161597"/>
                <a:gd name="connsiteY36" fmla="*/ 608907 h 2060915"/>
                <a:gd name="connsiteX37" fmla="*/ 800939 w 2161597"/>
                <a:gd name="connsiteY37" fmla="*/ 707269 h 2060915"/>
                <a:gd name="connsiteX38" fmla="*/ 920377 w 2161597"/>
                <a:gd name="connsiteY38" fmla="*/ 599539 h 2060915"/>
                <a:gd name="connsiteX39" fmla="*/ 960190 w 2161597"/>
                <a:gd name="connsiteY39" fmla="*/ 475416 h 2060915"/>
                <a:gd name="connsiteX40" fmla="*/ 920377 w 2161597"/>
                <a:gd name="connsiteY40" fmla="*/ 379396 h 2060915"/>
                <a:gd name="connsiteX41" fmla="*/ 822016 w 2161597"/>
                <a:gd name="connsiteY41" fmla="*/ 348950 h 206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161597" h="2060915">
                  <a:moveTo>
                    <a:pt x="833726" y="0"/>
                  </a:moveTo>
                  <a:cubicBezTo>
                    <a:pt x="1023422" y="0"/>
                    <a:pt x="1173305" y="42155"/>
                    <a:pt x="1281034" y="126465"/>
                  </a:cubicBezTo>
                  <a:cubicBezTo>
                    <a:pt x="1391104" y="210775"/>
                    <a:pt x="1444968" y="327873"/>
                    <a:pt x="1444968" y="477758"/>
                  </a:cubicBezTo>
                  <a:cubicBezTo>
                    <a:pt x="1444968" y="594855"/>
                    <a:pt x="1412181" y="693217"/>
                    <a:pt x="1344266" y="777527"/>
                  </a:cubicBezTo>
                  <a:cubicBezTo>
                    <a:pt x="1276350" y="861837"/>
                    <a:pt x="1189698" y="936780"/>
                    <a:pt x="1081970" y="1002354"/>
                  </a:cubicBezTo>
                  <a:lnTo>
                    <a:pt x="1353633" y="1259969"/>
                  </a:lnTo>
                  <a:cubicBezTo>
                    <a:pt x="1421549" y="1156923"/>
                    <a:pt x="1468388" y="1037483"/>
                    <a:pt x="1496491" y="903992"/>
                  </a:cubicBezTo>
                  <a:lnTo>
                    <a:pt x="2053869" y="903992"/>
                  </a:lnTo>
                  <a:cubicBezTo>
                    <a:pt x="2023424" y="1039825"/>
                    <a:pt x="1978928" y="1170975"/>
                    <a:pt x="1918037" y="1297440"/>
                  </a:cubicBezTo>
                  <a:cubicBezTo>
                    <a:pt x="1857147" y="1423905"/>
                    <a:pt x="1793916" y="1526951"/>
                    <a:pt x="1723658" y="1608919"/>
                  </a:cubicBezTo>
                  <a:lnTo>
                    <a:pt x="2161598" y="2030470"/>
                  </a:lnTo>
                  <a:lnTo>
                    <a:pt x="1468388" y="2030470"/>
                  </a:lnTo>
                  <a:lnTo>
                    <a:pt x="1332556" y="1889953"/>
                  </a:lnTo>
                  <a:cubicBezTo>
                    <a:pt x="1281034" y="1922740"/>
                    <a:pt x="1231853" y="1950844"/>
                    <a:pt x="1182673" y="1976605"/>
                  </a:cubicBezTo>
                  <a:cubicBezTo>
                    <a:pt x="1133492" y="2002366"/>
                    <a:pt x="1072602" y="2021102"/>
                    <a:pt x="1002344" y="2037496"/>
                  </a:cubicBezTo>
                  <a:cubicBezTo>
                    <a:pt x="932087" y="2051547"/>
                    <a:pt x="840752" y="2060915"/>
                    <a:pt x="728339" y="2060915"/>
                  </a:cubicBezTo>
                  <a:cubicBezTo>
                    <a:pt x="573772" y="2060915"/>
                    <a:pt x="440282" y="2035154"/>
                    <a:pt x="332554" y="1981289"/>
                  </a:cubicBezTo>
                  <a:cubicBezTo>
                    <a:pt x="224825" y="1927424"/>
                    <a:pt x="140515" y="1857166"/>
                    <a:pt x="84309" y="1768172"/>
                  </a:cubicBezTo>
                  <a:cubicBezTo>
                    <a:pt x="28103" y="1679178"/>
                    <a:pt x="0" y="1580816"/>
                    <a:pt x="0" y="1475428"/>
                  </a:cubicBezTo>
                  <a:cubicBezTo>
                    <a:pt x="0" y="1355989"/>
                    <a:pt x="32787" y="1248259"/>
                    <a:pt x="96019" y="1156923"/>
                  </a:cubicBezTo>
                  <a:cubicBezTo>
                    <a:pt x="161593" y="1063245"/>
                    <a:pt x="252928" y="985961"/>
                    <a:pt x="372366" y="925070"/>
                  </a:cubicBezTo>
                  <a:cubicBezTo>
                    <a:pt x="316160" y="859495"/>
                    <a:pt x="271663" y="791579"/>
                    <a:pt x="241218" y="718978"/>
                  </a:cubicBezTo>
                  <a:cubicBezTo>
                    <a:pt x="208432" y="648720"/>
                    <a:pt x="194380" y="566752"/>
                    <a:pt x="194380" y="477758"/>
                  </a:cubicBezTo>
                  <a:cubicBezTo>
                    <a:pt x="194380" y="339583"/>
                    <a:pt x="248244" y="224827"/>
                    <a:pt x="355973" y="135833"/>
                  </a:cubicBezTo>
                  <a:cubicBezTo>
                    <a:pt x="466043" y="46839"/>
                    <a:pt x="625294" y="0"/>
                    <a:pt x="833726" y="0"/>
                  </a:cubicBezTo>
                  <a:close/>
                  <a:moveTo>
                    <a:pt x="669791" y="1220156"/>
                  </a:moveTo>
                  <a:cubicBezTo>
                    <a:pt x="629978" y="1250601"/>
                    <a:pt x="601875" y="1283388"/>
                    <a:pt x="583140" y="1318517"/>
                  </a:cubicBezTo>
                  <a:cubicBezTo>
                    <a:pt x="564404" y="1353647"/>
                    <a:pt x="557378" y="1393460"/>
                    <a:pt x="557378" y="1435615"/>
                  </a:cubicBezTo>
                  <a:cubicBezTo>
                    <a:pt x="557378" y="1494164"/>
                    <a:pt x="578456" y="1541003"/>
                    <a:pt x="618269" y="1578474"/>
                  </a:cubicBezTo>
                  <a:cubicBezTo>
                    <a:pt x="660423" y="1615945"/>
                    <a:pt x="714288" y="1632339"/>
                    <a:pt x="782203" y="1632339"/>
                  </a:cubicBezTo>
                  <a:cubicBezTo>
                    <a:pt x="833726" y="1632339"/>
                    <a:pt x="880564" y="1625313"/>
                    <a:pt x="920377" y="1611261"/>
                  </a:cubicBezTo>
                  <a:cubicBezTo>
                    <a:pt x="960190" y="1597209"/>
                    <a:pt x="990635" y="1580816"/>
                    <a:pt x="1009370" y="1564422"/>
                  </a:cubicBezTo>
                  <a:lnTo>
                    <a:pt x="669791" y="1217814"/>
                  </a:lnTo>
                  <a:close/>
                  <a:moveTo>
                    <a:pt x="824358" y="351292"/>
                  </a:moveTo>
                  <a:cubicBezTo>
                    <a:pt x="786887" y="351292"/>
                    <a:pt x="754100" y="363002"/>
                    <a:pt x="723655" y="384080"/>
                  </a:cubicBezTo>
                  <a:cubicBezTo>
                    <a:pt x="695552" y="407499"/>
                    <a:pt x="679159" y="442628"/>
                    <a:pt x="679159" y="494151"/>
                  </a:cubicBezTo>
                  <a:cubicBezTo>
                    <a:pt x="679159" y="536306"/>
                    <a:pt x="690868" y="573778"/>
                    <a:pt x="716629" y="608907"/>
                  </a:cubicBezTo>
                  <a:cubicBezTo>
                    <a:pt x="740049" y="644036"/>
                    <a:pt x="768152" y="676823"/>
                    <a:pt x="800939" y="707269"/>
                  </a:cubicBezTo>
                  <a:cubicBezTo>
                    <a:pt x="852461" y="676823"/>
                    <a:pt x="892274" y="641694"/>
                    <a:pt x="920377" y="599539"/>
                  </a:cubicBezTo>
                  <a:cubicBezTo>
                    <a:pt x="948480" y="557384"/>
                    <a:pt x="960190" y="517571"/>
                    <a:pt x="960190" y="475416"/>
                  </a:cubicBezTo>
                  <a:cubicBezTo>
                    <a:pt x="960190" y="430919"/>
                    <a:pt x="946138" y="398131"/>
                    <a:pt x="920377" y="379396"/>
                  </a:cubicBezTo>
                  <a:cubicBezTo>
                    <a:pt x="894616" y="360660"/>
                    <a:pt x="861829" y="348950"/>
                    <a:pt x="822016" y="34895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E91663BC-3829-501A-0B21-B1B4B2F36740}"/>
                </a:ext>
              </a:extLst>
            </p:cNvPr>
            <p:cNvSpPr/>
            <p:nvPr/>
          </p:nvSpPr>
          <p:spPr>
            <a:xfrm>
              <a:off x="7334879" y="2164347"/>
              <a:ext cx="2037475" cy="2014076"/>
            </a:xfrm>
            <a:custGeom>
              <a:avLst/>
              <a:gdLst>
                <a:gd name="connsiteX0" fmla="*/ 1444968 w 2037475"/>
                <a:gd name="connsiteY0" fmla="*/ 2014076 h 2014076"/>
                <a:gd name="connsiteX1" fmla="*/ 1346608 w 2037475"/>
                <a:gd name="connsiteY1" fmla="*/ 1637023 h 2014076"/>
                <a:gd name="connsiteX2" fmla="*/ 695552 w 2037475"/>
                <a:gd name="connsiteY2" fmla="*/ 1637023 h 2014076"/>
                <a:gd name="connsiteX3" fmla="*/ 594849 w 2037475"/>
                <a:gd name="connsiteY3" fmla="*/ 2014076 h 2014076"/>
                <a:gd name="connsiteX4" fmla="*/ 0 w 2037475"/>
                <a:gd name="connsiteY4" fmla="*/ 2014076 h 2014076"/>
                <a:gd name="connsiteX5" fmla="*/ 653397 w 2037475"/>
                <a:gd name="connsiteY5" fmla="*/ 0 h 2014076"/>
                <a:gd name="connsiteX6" fmla="*/ 1374710 w 2037475"/>
                <a:gd name="connsiteY6" fmla="*/ 0 h 2014076"/>
                <a:gd name="connsiteX7" fmla="*/ 2037475 w 2037475"/>
                <a:gd name="connsiteY7" fmla="*/ 2014076 h 2014076"/>
                <a:gd name="connsiteX8" fmla="*/ 1444968 w 2037475"/>
                <a:gd name="connsiteY8" fmla="*/ 2014076 h 2014076"/>
                <a:gd name="connsiteX9" fmla="*/ 1147544 w 2037475"/>
                <a:gd name="connsiteY9" fmla="*/ 864179 h 2014076"/>
                <a:gd name="connsiteX10" fmla="*/ 1107731 w 2037475"/>
                <a:gd name="connsiteY10" fmla="*/ 711953 h 2014076"/>
                <a:gd name="connsiteX11" fmla="*/ 1056208 w 2037475"/>
                <a:gd name="connsiteY11" fmla="*/ 505861 h 2014076"/>
                <a:gd name="connsiteX12" fmla="*/ 1016396 w 2037475"/>
                <a:gd name="connsiteY12" fmla="*/ 332557 h 2014076"/>
                <a:gd name="connsiteX13" fmla="*/ 981267 w 2037475"/>
                <a:gd name="connsiteY13" fmla="*/ 501177 h 2014076"/>
                <a:gd name="connsiteX14" fmla="*/ 934428 w 2037475"/>
                <a:gd name="connsiteY14" fmla="*/ 700243 h 2014076"/>
                <a:gd name="connsiteX15" fmla="*/ 894616 w 2037475"/>
                <a:gd name="connsiteY15" fmla="*/ 866521 h 2014076"/>
                <a:gd name="connsiteX16" fmla="*/ 807964 w 2037475"/>
                <a:gd name="connsiteY16" fmla="*/ 1194394 h 2014076"/>
                <a:gd name="connsiteX17" fmla="*/ 1234195 w 2037475"/>
                <a:gd name="connsiteY17" fmla="*/ 1194394 h 2014076"/>
                <a:gd name="connsiteX18" fmla="*/ 1147544 w 2037475"/>
                <a:gd name="connsiteY18" fmla="*/ 866521 h 201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7475" h="2014076">
                  <a:moveTo>
                    <a:pt x="1444968" y="2014076"/>
                  </a:moveTo>
                  <a:lnTo>
                    <a:pt x="1346608" y="1637023"/>
                  </a:lnTo>
                  <a:lnTo>
                    <a:pt x="695552" y="1637023"/>
                  </a:lnTo>
                  <a:lnTo>
                    <a:pt x="594849" y="2014076"/>
                  </a:lnTo>
                  <a:lnTo>
                    <a:pt x="0" y="2014076"/>
                  </a:lnTo>
                  <a:lnTo>
                    <a:pt x="653397" y="0"/>
                  </a:lnTo>
                  <a:lnTo>
                    <a:pt x="1374710" y="0"/>
                  </a:lnTo>
                  <a:lnTo>
                    <a:pt x="2037475" y="2014076"/>
                  </a:lnTo>
                  <a:lnTo>
                    <a:pt x="1444968" y="2014076"/>
                  </a:lnTo>
                  <a:close/>
                  <a:moveTo>
                    <a:pt x="1147544" y="864179"/>
                  </a:moveTo>
                  <a:cubicBezTo>
                    <a:pt x="1138176" y="829050"/>
                    <a:pt x="1124124" y="777527"/>
                    <a:pt x="1107731" y="711953"/>
                  </a:cubicBezTo>
                  <a:cubicBezTo>
                    <a:pt x="1091338" y="646378"/>
                    <a:pt x="1074944" y="576119"/>
                    <a:pt x="1056208" y="505861"/>
                  </a:cubicBezTo>
                  <a:cubicBezTo>
                    <a:pt x="1039815" y="435603"/>
                    <a:pt x="1025763" y="377054"/>
                    <a:pt x="1016396" y="332557"/>
                  </a:cubicBezTo>
                  <a:cubicBezTo>
                    <a:pt x="1009370" y="377054"/>
                    <a:pt x="997660" y="433261"/>
                    <a:pt x="981267" y="501177"/>
                  </a:cubicBezTo>
                  <a:cubicBezTo>
                    <a:pt x="964873" y="569094"/>
                    <a:pt x="948480" y="634668"/>
                    <a:pt x="934428" y="700243"/>
                  </a:cubicBezTo>
                  <a:cubicBezTo>
                    <a:pt x="918035" y="765817"/>
                    <a:pt x="903983" y="822024"/>
                    <a:pt x="894616" y="866521"/>
                  </a:cubicBezTo>
                  <a:lnTo>
                    <a:pt x="807964" y="1194394"/>
                  </a:lnTo>
                  <a:lnTo>
                    <a:pt x="1234195" y="1194394"/>
                  </a:lnTo>
                  <a:lnTo>
                    <a:pt x="1147544" y="866521"/>
                  </a:ln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00A0AEE-315A-216A-B824-50760DDD18D0}"/>
              </a:ext>
            </a:extLst>
          </p:cNvPr>
          <p:cNvGrpSpPr/>
          <p:nvPr userDrawn="1"/>
        </p:nvGrpSpPr>
        <p:grpSpPr>
          <a:xfrm>
            <a:off x="2819646" y="2171374"/>
            <a:ext cx="6552709" cy="2515253"/>
            <a:chOff x="2819645" y="2138586"/>
            <a:chExt cx="6552709" cy="2515253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3519E45B-C904-4AB9-DC97-CF094459E785}"/>
                </a:ext>
              </a:extLst>
            </p:cNvPr>
            <p:cNvSpPr/>
            <p:nvPr/>
          </p:nvSpPr>
          <p:spPr>
            <a:xfrm>
              <a:off x="2819645" y="2138586"/>
              <a:ext cx="2004688" cy="2515253"/>
            </a:xfrm>
            <a:custGeom>
              <a:avLst/>
              <a:gdLst>
                <a:gd name="connsiteX0" fmla="*/ 1948483 w 2004688"/>
                <a:gd name="connsiteY0" fmla="*/ 1032800 h 2515253"/>
                <a:gd name="connsiteX1" fmla="*/ 1847780 w 2004688"/>
                <a:gd name="connsiteY1" fmla="*/ 1585500 h 2515253"/>
                <a:gd name="connsiteX2" fmla="*/ 1515226 w 2004688"/>
                <a:gd name="connsiteY2" fmla="*/ 1950844 h 2515253"/>
                <a:gd name="connsiteX3" fmla="*/ 2004689 w 2004688"/>
                <a:gd name="connsiteY3" fmla="*/ 2515253 h 2515253"/>
                <a:gd name="connsiteX4" fmla="*/ 1330214 w 2004688"/>
                <a:gd name="connsiteY4" fmla="*/ 2515253 h 2515253"/>
                <a:gd name="connsiteX5" fmla="*/ 992977 w 2004688"/>
                <a:gd name="connsiteY5" fmla="*/ 2065599 h 2515253"/>
                <a:gd name="connsiteX6" fmla="*/ 974241 w 2004688"/>
                <a:gd name="connsiteY6" fmla="*/ 2065599 h 2515253"/>
                <a:gd name="connsiteX7" fmla="*/ 421547 w 2004688"/>
                <a:gd name="connsiteY7" fmla="*/ 1936792 h 2515253"/>
                <a:gd name="connsiteX8" fmla="*/ 103045 w 2004688"/>
                <a:gd name="connsiteY8" fmla="*/ 1573790 h 2515253"/>
                <a:gd name="connsiteX9" fmla="*/ 0 w 2004688"/>
                <a:gd name="connsiteY9" fmla="*/ 1028116 h 2515253"/>
                <a:gd name="connsiteX10" fmla="*/ 103045 w 2004688"/>
                <a:gd name="connsiteY10" fmla="*/ 484783 h 2515253"/>
                <a:gd name="connsiteX11" fmla="*/ 423889 w 2004688"/>
                <a:gd name="connsiteY11" fmla="*/ 126465 h 2515253"/>
                <a:gd name="connsiteX12" fmla="*/ 976583 w 2004688"/>
                <a:gd name="connsiteY12" fmla="*/ 0 h 2515253"/>
                <a:gd name="connsiteX13" fmla="*/ 1533962 w 2004688"/>
                <a:gd name="connsiteY13" fmla="*/ 128807 h 2515253"/>
                <a:gd name="connsiteX14" fmla="*/ 1847780 w 2004688"/>
                <a:gd name="connsiteY14" fmla="*/ 489467 h 2515253"/>
                <a:gd name="connsiteX15" fmla="*/ 1948483 w 2004688"/>
                <a:gd name="connsiteY15" fmla="*/ 1032800 h 2515253"/>
                <a:gd name="connsiteX16" fmla="*/ 569088 w 2004688"/>
                <a:gd name="connsiteY16" fmla="*/ 1032800 h 2515253"/>
                <a:gd name="connsiteX17" fmla="*/ 662765 w 2004688"/>
                <a:gd name="connsiteY17" fmla="*/ 1459034 h 2515253"/>
                <a:gd name="connsiteX18" fmla="*/ 974241 w 2004688"/>
                <a:gd name="connsiteY18" fmla="*/ 1613603 h 2515253"/>
                <a:gd name="connsiteX19" fmla="*/ 1288059 w 2004688"/>
                <a:gd name="connsiteY19" fmla="*/ 1459034 h 2515253"/>
                <a:gd name="connsiteX20" fmla="*/ 1377053 w 2004688"/>
                <a:gd name="connsiteY20" fmla="*/ 1032800 h 2515253"/>
                <a:gd name="connsiteX21" fmla="*/ 1288059 w 2004688"/>
                <a:gd name="connsiteY21" fmla="*/ 601881 h 2515253"/>
                <a:gd name="connsiteX22" fmla="*/ 976583 w 2004688"/>
                <a:gd name="connsiteY22" fmla="*/ 444970 h 2515253"/>
                <a:gd name="connsiteX23" fmla="*/ 662765 w 2004688"/>
                <a:gd name="connsiteY23" fmla="*/ 601881 h 2515253"/>
                <a:gd name="connsiteX24" fmla="*/ 569088 w 2004688"/>
                <a:gd name="connsiteY24" fmla="*/ 1032800 h 251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4688" h="2515253">
                  <a:moveTo>
                    <a:pt x="1948483" y="1032800"/>
                  </a:moveTo>
                  <a:cubicBezTo>
                    <a:pt x="1948483" y="1243575"/>
                    <a:pt x="1915695" y="1426247"/>
                    <a:pt x="1847780" y="1585500"/>
                  </a:cubicBezTo>
                  <a:cubicBezTo>
                    <a:pt x="1779864" y="1744752"/>
                    <a:pt x="1669793" y="1866533"/>
                    <a:pt x="1515226" y="1950844"/>
                  </a:cubicBezTo>
                  <a:lnTo>
                    <a:pt x="2004689" y="2515253"/>
                  </a:lnTo>
                  <a:lnTo>
                    <a:pt x="1330214" y="2515253"/>
                  </a:lnTo>
                  <a:lnTo>
                    <a:pt x="992977" y="2065599"/>
                  </a:lnTo>
                  <a:lnTo>
                    <a:pt x="974241" y="2065599"/>
                  </a:lnTo>
                  <a:cubicBezTo>
                    <a:pt x="749416" y="2065599"/>
                    <a:pt x="564404" y="2023444"/>
                    <a:pt x="421547" y="1936792"/>
                  </a:cubicBezTo>
                  <a:cubicBezTo>
                    <a:pt x="276347" y="1850140"/>
                    <a:pt x="170961" y="1730700"/>
                    <a:pt x="103045" y="1573790"/>
                  </a:cubicBezTo>
                  <a:cubicBezTo>
                    <a:pt x="35129" y="1419221"/>
                    <a:pt x="0" y="1236549"/>
                    <a:pt x="0" y="1028116"/>
                  </a:cubicBezTo>
                  <a:cubicBezTo>
                    <a:pt x="0" y="819682"/>
                    <a:pt x="35129" y="639352"/>
                    <a:pt x="103045" y="484783"/>
                  </a:cubicBezTo>
                  <a:cubicBezTo>
                    <a:pt x="173303" y="330215"/>
                    <a:pt x="278689" y="210775"/>
                    <a:pt x="423889" y="126465"/>
                  </a:cubicBezTo>
                  <a:cubicBezTo>
                    <a:pt x="569088" y="42155"/>
                    <a:pt x="751758" y="0"/>
                    <a:pt x="976583" y="0"/>
                  </a:cubicBezTo>
                  <a:cubicBezTo>
                    <a:pt x="1201408" y="0"/>
                    <a:pt x="1391104" y="42155"/>
                    <a:pt x="1533962" y="128807"/>
                  </a:cubicBezTo>
                  <a:cubicBezTo>
                    <a:pt x="1676819" y="213117"/>
                    <a:pt x="1782206" y="334899"/>
                    <a:pt x="1847780" y="489467"/>
                  </a:cubicBezTo>
                  <a:cubicBezTo>
                    <a:pt x="1913354" y="644036"/>
                    <a:pt x="1948483" y="824366"/>
                    <a:pt x="1948483" y="1032800"/>
                  </a:cubicBezTo>
                  <a:close/>
                  <a:moveTo>
                    <a:pt x="569088" y="1032800"/>
                  </a:moveTo>
                  <a:cubicBezTo>
                    <a:pt x="569088" y="1215472"/>
                    <a:pt x="599533" y="1355989"/>
                    <a:pt x="662765" y="1459034"/>
                  </a:cubicBezTo>
                  <a:cubicBezTo>
                    <a:pt x="725997" y="1562080"/>
                    <a:pt x="829042" y="1613603"/>
                    <a:pt x="974241" y="1613603"/>
                  </a:cubicBezTo>
                  <a:cubicBezTo>
                    <a:pt x="1119441" y="1613603"/>
                    <a:pt x="1229511" y="1562080"/>
                    <a:pt x="1288059" y="1459034"/>
                  </a:cubicBezTo>
                  <a:cubicBezTo>
                    <a:pt x="1348949" y="1355989"/>
                    <a:pt x="1377053" y="1213130"/>
                    <a:pt x="1377053" y="1032800"/>
                  </a:cubicBezTo>
                  <a:cubicBezTo>
                    <a:pt x="1377053" y="852470"/>
                    <a:pt x="1346608" y="707269"/>
                    <a:pt x="1288059" y="601881"/>
                  </a:cubicBezTo>
                  <a:cubicBezTo>
                    <a:pt x="1227169" y="496493"/>
                    <a:pt x="1124125" y="444970"/>
                    <a:pt x="976583" y="444970"/>
                  </a:cubicBezTo>
                  <a:cubicBezTo>
                    <a:pt x="829042" y="444970"/>
                    <a:pt x="723655" y="496493"/>
                    <a:pt x="662765" y="601881"/>
                  </a:cubicBezTo>
                  <a:cubicBezTo>
                    <a:pt x="601875" y="707269"/>
                    <a:pt x="569088" y="850128"/>
                    <a:pt x="569088" y="103280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F604F882-1278-F975-67CD-BCEB7853A553}"/>
                </a:ext>
              </a:extLst>
            </p:cNvPr>
            <p:cNvSpPr/>
            <p:nvPr/>
          </p:nvSpPr>
          <p:spPr>
            <a:xfrm>
              <a:off x="5014030" y="2145611"/>
              <a:ext cx="2161597" cy="2060915"/>
            </a:xfrm>
            <a:custGeom>
              <a:avLst/>
              <a:gdLst>
                <a:gd name="connsiteX0" fmla="*/ 833726 w 2161597"/>
                <a:gd name="connsiteY0" fmla="*/ 0 h 2060915"/>
                <a:gd name="connsiteX1" fmla="*/ 1281034 w 2161597"/>
                <a:gd name="connsiteY1" fmla="*/ 126465 h 2060915"/>
                <a:gd name="connsiteX2" fmla="*/ 1444968 w 2161597"/>
                <a:gd name="connsiteY2" fmla="*/ 477758 h 2060915"/>
                <a:gd name="connsiteX3" fmla="*/ 1344266 w 2161597"/>
                <a:gd name="connsiteY3" fmla="*/ 777527 h 2060915"/>
                <a:gd name="connsiteX4" fmla="*/ 1081970 w 2161597"/>
                <a:gd name="connsiteY4" fmla="*/ 1002354 h 2060915"/>
                <a:gd name="connsiteX5" fmla="*/ 1353633 w 2161597"/>
                <a:gd name="connsiteY5" fmla="*/ 1259969 h 2060915"/>
                <a:gd name="connsiteX6" fmla="*/ 1496491 w 2161597"/>
                <a:gd name="connsiteY6" fmla="*/ 903992 h 2060915"/>
                <a:gd name="connsiteX7" fmla="*/ 2053869 w 2161597"/>
                <a:gd name="connsiteY7" fmla="*/ 903992 h 2060915"/>
                <a:gd name="connsiteX8" fmla="*/ 1918037 w 2161597"/>
                <a:gd name="connsiteY8" fmla="*/ 1297440 h 2060915"/>
                <a:gd name="connsiteX9" fmla="*/ 1723658 w 2161597"/>
                <a:gd name="connsiteY9" fmla="*/ 1608919 h 2060915"/>
                <a:gd name="connsiteX10" fmla="*/ 2161598 w 2161597"/>
                <a:gd name="connsiteY10" fmla="*/ 2030470 h 2060915"/>
                <a:gd name="connsiteX11" fmla="*/ 1468388 w 2161597"/>
                <a:gd name="connsiteY11" fmla="*/ 2030470 h 2060915"/>
                <a:gd name="connsiteX12" fmla="*/ 1332556 w 2161597"/>
                <a:gd name="connsiteY12" fmla="*/ 1889953 h 2060915"/>
                <a:gd name="connsiteX13" fmla="*/ 1182673 w 2161597"/>
                <a:gd name="connsiteY13" fmla="*/ 1976605 h 2060915"/>
                <a:gd name="connsiteX14" fmla="*/ 1002344 w 2161597"/>
                <a:gd name="connsiteY14" fmla="*/ 2037496 h 2060915"/>
                <a:gd name="connsiteX15" fmla="*/ 728339 w 2161597"/>
                <a:gd name="connsiteY15" fmla="*/ 2060915 h 2060915"/>
                <a:gd name="connsiteX16" fmla="*/ 332554 w 2161597"/>
                <a:gd name="connsiteY16" fmla="*/ 1981289 h 2060915"/>
                <a:gd name="connsiteX17" fmla="*/ 84309 w 2161597"/>
                <a:gd name="connsiteY17" fmla="*/ 1768172 h 2060915"/>
                <a:gd name="connsiteX18" fmla="*/ 0 w 2161597"/>
                <a:gd name="connsiteY18" fmla="*/ 1475428 h 2060915"/>
                <a:gd name="connsiteX19" fmla="*/ 96019 w 2161597"/>
                <a:gd name="connsiteY19" fmla="*/ 1156923 h 2060915"/>
                <a:gd name="connsiteX20" fmla="*/ 372366 w 2161597"/>
                <a:gd name="connsiteY20" fmla="*/ 925070 h 2060915"/>
                <a:gd name="connsiteX21" fmla="*/ 241218 w 2161597"/>
                <a:gd name="connsiteY21" fmla="*/ 718978 h 2060915"/>
                <a:gd name="connsiteX22" fmla="*/ 194380 w 2161597"/>
                <a:gd name="connsiteY22" fmla="*/ 477758 h 2060915"/>
                <a:gd name="connsiteX23" fmla="*/ 355973 w 2161597"/>
                <a:gd name="connsiteY23" fmla="*/ 135833 h 2060915"/>
                <a:gd name="connsiteX24" fmla="*/ 833726 w 2161597"/>
                <a:gd name="connsiteY24" fmla="*/ 0 h 2060915"/>
                <a:gd name="connsiteX25" fmla="*/ 669791 w 2161597"/>
                <a:gd name="connsiteY25" fmla="*/ 1220156 h 2060915"/>
                <a:gd name="connsiteX26" fmla="*/ 583140 w 2161597"/>
                <a:gd name="connsiteY26" fmla="*/ 1318517 h 2060915"/>
                <a:gd name="connsiteX27" fmla="*/ 557378 w 2161597"/>
                <a:gd name="connsiteY27" fmla="*/ 1435615 h 2060915"/>
                <a:gd name="connsiteX28" fmla="*/ 618269 w 2161597"/>
                <a:gd name="connsiteY28" fmla="*/ 1578474 h 2060915"/>
                <a:gd name="connsiteX29" fmla="*/ 782203 w 2161597"/>
                <a:gd name="connsiteY29" fmla="*/ 1632339 h 2060915"/>
                <a:gd name="connsiteX30" fmla="*/ 920377 w 2161597"/>
                <a:gd name="connsiteY30" fmla="*/ 1611261 h 2060915"/>
                <a:gd name="connsiteX31" fmla="*/ 1009370 w 2161597"/>
                <a:gd name="connsiteY31" fmla="*/ 1564422 h 2060915"/>
                <a:gd name="connsiteX32" fmla="*/ 669791 w 2161597"/>
                <a:gd name="connsiteY32" fmla="*/ 1217814 h 2060915"/>
                <a:gd name="connsiteX33" fmla="*/ 824358 w 2161597"/>
                <a:gd name="connsiteY33" fmla="*/ 351292 h 2060915"/>
                <a:gd name="connsiteX34" fmla="*/ 723655 w 2161597"/>
                <a:gd name="connsiteY34" fmla="*/ 384080 h 2060915"/>
                <a:gd name="connsiteX35" fmla="*/ 679159 w 2161597"/>
                <a:gd name="connsiteY35" fmla="*/ 494151 h 2060915"/>
                <a:gd name="connsiteX36" fmla="*/ 716629 w 2161597"/>
                <a:gd name="connsiteY36" fmla="*/ 608907 h 2060915"/>
                <a:gd name="connsiteX37" fmla="*/ 800939 w 2161597"/>
                <a:gd name="connsiteY37" fmla="*/ 707269 h 2060915"/>
                <a:gd name="connsiteX38" fmla="*/ 920377 w 2161597"/>
                <a:gd name="connsiteY38" fmla="*/ 599539 h 2060915"/>
                <a:gd name="connsiteX39" fmla="*/ 960190 w 2161597"/>
                <a:gd name="connsiteY39" fmla="*/ 475416 h 2060915"/>
                <a:gd name="connsiteX40" fmla="*/ 920377 w 2161597"/>
                <a:gd name="connsiteY40" fmla="*/ 379396 h 2060915"/>
                <a:gd name="connsiteX41" fmla="*/ 822016 w 2161597"/>
                <a:gd name="connsiteY41" fmla="*/ 348950 h 206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161597" h="2060915">
                  <a:moveTo>
                    <a:pt x="833726" y="0"/>
                  </a:moveTo>
                  <a:cubicBezTo>
                    <a:pt x="1023422" y="0"/>
                    <a:pt x="1173305" y="42155"/>
                    <a:pt x="1281034" y="126465"/>
                  </a:cubicBezTo>
                  <a:cubicBezTo>
                    <a:pt x="1391104" y="210775"/>
                    <a:pt x="1444968" y="327873"/>
                    <a:pt x="1444968" y="477758"/>
                  </a:cubicBezTo>
                  <a:cubicBezTo>
                    <a:pt x="1444968" y="594855"/>
                    <a:pt x="1412181" y="693217"/>
                    <a:pt x="1344266" y="777527"/>
                  </a:cubicBezTo>
                  <a:cubicBezTo>
                    <a:pt x="1276350" y="861837"/>
                    <a:pt x="1189698" y="936780"/>
                    <a:pt x="1081970" y="1002354"/>
                  </a:cubicBezTo>
                  <a:lnTo>
                    <a:pt x="1353633" y="1259969"/>
                  </a:lnTo>
                  <a:cubicBezTo>
                    <a:pt x="1421549" y="1156923"/>
                    <a:pt x="1468388" y="1037483"/>
                    <a:pt x="1496491" y="903992"/>
                  </a:cubicBezTo>
                  <a:lnTo>
                    <a:pt x="2053869" y="903992"/>
                  </a:lnTo>
                  <a:cubicBezTo>
                    <a:pt x="2023424" y="1039825"/>
                    <a:pt x="1978928" y="1170975"/>
                    <a:pt x="1918037" y="1297440"/>
                  </a:cubicBezTo>
                  <a:cubicBezTo>
                    <a:pt x="1857147" y="1423905"/>
                    <a:pt x="1793916" y="1526951"/>
                    <a:pt x="1723658" y="1608919"/>
                  </a:cubicBezTo>
                  <a:lnTo>
                    <a:pt x="2161598" y="2030470"/>
                  </a:lnTo>
                  <a:lnTo>
                    <a:pt x="1468388" y="2030470"/>
                  </a:lnTo>
                  <a:lnTo>
                    <a:pt x="1332556" y="1889953"/>
                  </a:lnTo>
                  <a:cubicBezTo>
                    <a:pt x="1281034" y="1922740"/>
                    <a:pt x="1231853" y="1950844"/>
                    <a:pt x="1182673" y="1976605"/>
                  </a:cubicBezTo>
                  <a:cubicBezTo>
                    <a:pt x="1133492" y="2002366"/>
                    <a:pt x="1072602" y="2021102"/>
                    <a:pt x="1002344" y="2037496"/>
                  </a:cubicBezTo>
                  <a:cubicBezTo>
                    <a:pt x="932087" y="2051547"/>
                    <a:pt x="840752" y="2060915"/>
                    <a:pt x="728339" y="2060915"/>
                  </a:cubicBezTo>
                  <a:cubicBezTo>
                    <a:pt x="573772" y="2060915"/>
                    <a:pt x="440282" y="2035154"/>
                    <a:pt x="332554" y="1981289"/>
                  </a:cubicBezTo>
                  <a:cubicBezTo>
                    <a:pt x="224825" y="1927424"/>
                    <a:pt x="140515" y="1857166"/>
                    <a:pt x="84309" y="1768172"/>
                  </a:cubicBezTo>
                  <a:cubicBezTo>
                    <a:pt x="28103" y="1679178"/>
                    <a:pt x="0" y="1580816"/>
                    <a:pt x="0" y="1475428"/>
                  </a:cubicBezTo>
                  <a:cubicBezTo>
                    <a:pt x="0" y="1355989"/>
                    <a:pt x="32787" y="1248259"/>
                    <a:pt x="96019" y="1156923"/>
                  </a:cubicBezTo>
                  <a:cubicBezTo>
                    <a:pt x="161593" y="1063245"/>
                    <a:pt x="252928" y="985961"/>
                    <a:pt x="372366" y="925070"/>
                  </a:cubicBezTo>
                  <a:cubicBezTo>
                    <a:pt x="316160" y="859495"/>
                    <a:pt x="271663" y="791579"/>
                    <a:pt x="241218" y="718978"/>
                  </a:cubicBezTo>
                  <a:cubicBezTo>
                    <a:pt x="208432" y="648720"/>
                    <a:pt x="194380" y="566752"/>
                    <a:pt x="194380" y="477758"/>
                  </a:cubicBezTo>
                  <a:cubicBezTo>
                    <a:pt x="194380" y="339583"/>
                    <a:pt x="248244" y="224827"/>
                    <a:pt x="355973" y="135833"/>
                  </a:cubicBezTo>
                  <a:cubicBezTo>
                    <a:pt x="466043" y="46839"/>
                    <a:pt x="625294" y="0"/>
                    <a:pt x="833726" y="0"/>
                  </a:cubicBezTo>
                  <a:close/>
                  <a:moveTo>
                    <a:pt x="669791" y="1220156"/>
                  </a:moveTo>
                  <a:cubicBezTo>
                    <a:pt x="629978" y="1250601"/>
                    <a:pt x="601875" y="1283388"/>
                    <a:pt x="583140" y="1318517"/>
                  </a:cubicBezTo>
                  <a:cubicBezTo>
                    <a:pt x="564404" y="1353647"/>
                    <a:pt x="557378" y="1393460"/>
                    <a:pt x="557378" y="1435615"/>
                  </a:cubicBezTo>
                  <a:cubicBezTo>
                    <a:pt x="557378" y="1494164"/>
                    <a:pt x="578456" y="1541003"/>
                    <a:pt x="618269" y="1578474"/>
                  </a:cubicBezTo>
                  <a:cubicBezTo>
                    <a:pt x="660423" y="1615945"/>
                    <a:pt x="714288" y="1632339"/>
                    <a:pt x="782203" y="1632339"/>
                  </a:cubicBezTo>
                  <a:cubicBezTo>
                    <a:pt x="833726" y="1632339"/>
                    <a:pt x="880564" y="1625313"/>
                    <a:pt x="920377" y="1611261"/>
                  </a:cubicBezTo>
                  <a:cubicBezTo>
                    <a:pt x="960190" y="1597209"/>
                    <a:pt x="990635" y="1580816"/>
                    <a:pt x="1009370" y="1564422"/>
                  </a:cubicBezTo>
                  <a:lnTo>
                    <a:pt x="669791" y="1217814"/>
                  </a:lnTo>
                  <a:close/>
                  <a:moveTo>
                    <a:pt x="824358" y="351292"/>
                  </a:moveTo>
                  <a:cubicBezTo>
                    <a:pt x="786887" y="351292"/>
                    <a:pt x="754100" y="363002"/>
                    <a:pt x="723655" y="384080"/>
                  </a:cubicBezTo>
                  <a:cubicBezTo>
                    <a:pt x="695552" y="407499"/>
                    <a:pt x="679159" y="442628"/>
                    <a:pt x="679159" y="494151"/>
                  </a:cubicBezTo>
                  <a:cubicBezTo>
                    <a:pt x="679159" y="536306"/>
                    <a:pt x="690868" y="573778"/>
                    <a:pt x="716629" y="608907"/>
                  </a:cubicBezTo>
                  <a:cubicBezTo>
                    <a:pt x="740049" y="644036"/>
                    <a:pt x="768152" y="676823"/>
                    <a:pt x="800939" y="707269"/>
                  </a:cubicBezTo>
                  <a:cubicBezTo>
                    <a:pt x="852461" y="676823"/>
                    <a:pt x="892274" y="641694"/>
                    <a:pt x="920377" y="599539"/>
                  </a:cubicBezTo>
                  <a:cubicBezTo>
                    <a:pt x="948480" y="557384"/>
                    <a:pt x="960190" y="517571"/>
                    <a:pt x="960190" y="475416"/>
                  </a:cubicBezTo>
                  <a:cubicBezTo>
                    <a:pt x="960190" y="430919"/>
                    <a:pt x="946138" y="398131"/>
                    <a:pt x="920377" y="379396"/>
                  </a:cubicBezTo>
                  <a:cubicBezTo>
                    <a:pt x="894616" y="360660"/>
                    <a:pt x="861829" y="348950"/>
                    <a:pt x="822016" y="34895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5692A519-84F0-1F9C-3659-7D9BD49BF223}"/>
                </a:ext>
              </a:extLst>
            </p:cNvPr>
            <p:cNvSpPr/>
            <p:nvPr/>
          </p:nvSpPr>
          <p:spPr>
            <a:xfrm>
              <a:off x="7334879" y="2164347"/>
              <a:ext cx="2037475" cy="2014076"/>
            </a:xfrm>
            <a:custGeom>
              <a:avLst/>
              <a:gdLst>
                <a:gd name="connsiteX0" fmla="*/ 1444968 w 2037475"/>
                <a:gd name="connsiteY0" fmla="*/ 2014076 h 2014076"/>
                <a:gd name="connsiteX1" fmla="*/ 1346608 w 2037475"/>
                <a:gd name="connsiteY1" fmla="*/ 1637023 h 2014076"/>
                <a:gd name="connsiteX2" fmla="*/ 695552 w 2037475"/>
                <a:gd name="connsiteY2" fmla="*/ 1637023 h 2014076"/>
                <a:gd name="connsiteX3" fmla="*/ 594849 w 2037475"/>
                <a:gd name="connsiteY3" fmla="*/ 2014076 h 2014076"/>
                <a:gd name="connsiteX4" fmla="*/ 0 w 2037475"/>
                <a:gd name="connsiteY4" fmla="*/ 2014076 h 2014076"/>
                <a:gd name="connsiteX5" fmla="*/ 653397 w 2037475"/>
                <a:gd name="connsiteY5" fmla="*/ 0 h 2014076"/>
                <a:gd name="connsiteX6" fmla="*/ 1374710 w 2037475"/>
                <a:gd name="connsiteY6" fmla="*/ 0 h 2014076"/>
                <a:gd name="connsiteX7" fmla="*/ 2037475 w 2037475"/>
                <a:gd name="connsiteY7" fmla="*/ 2014076 h 2014076"/>
                <a:gd name="connsiteX8" fmla="*/ 1444968 w 2037475"/>
                <a:gd name="connsiteY8" fmla="*/ 2014076 h 2014076"/>
                <a:gd name="connsiteX9" fmla="*/ 1147544 w 2037475"/>
                <a:gd name="connsiteY9" fmla="*/ 864179 h 2014076"/>
                <a:gd name="connsiteX10" fmla="*/ 1107731 w 2037475"/>
                <a:gd name="connsiteY10" fmla="*/ 711953 h 2014076"/>
                <a:gd name="connsiteX11" fmla="*/ 1056208 w 2037475"/>
                <a:gd name="connsiteY11" fmla="*/ 505861 h 2014076"/>
                <a:gd name="connsiteX12" fmla="*/ 1016396 w 2037475"/>
                <a:gd name="connsiteY12" fmla="*/ 332557 h 2014076"/>
                <a:gd name="connsiteX13" fmla="*/ 981267 w 2037475"/>
                <a:gd name="connsiteY13" fmla="*/ 501177 h 2014076"/>
                <a:gd name="connsiteX14" fmla="*/ 934428 w 2037475"/>
                <a:gd name="connsiteY14" fmla="*/ 700243 h 2014076"/>
                <a:gd name="connsiteX15" fmla="*/ 894616 w 2037475"/>
                <a:gd name="connsiteY15" fmla="*/ 866521 h 2014076"/>
                <a:gd name="connsiteX16" fmla="*/ 807964 w 2037475"/>
                <a:gd name="connsiteY16" fmla="*/ 1194394 h 2014076"/>
                <a:gd name="connsiteX17" fmla="*/ 1234195 w 2037475"/>
                <a:gd name="connsiteY17" fmla="*/ 1194394 h 2014076"/>
                <a:gd name="connsiteX18" fmla="*/ 1147544 w 2037475"/>
                <a:gd name="connsiteY18" fmla="*/ 866521 h 201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7475" h="2014076">
                  <a:moveTo>
                    <a:pt x="1444968" y="2014076"/>
                  </a:moveTo>
                  <a:lnTo>
                    <a:pt x="1346608" y="1637023"/>
                  </a:lnTo>
                  <a:lnTo>
                    <a:pt x="695552" y="1637023"/>
                  </a:lnTo>
                  <a:lnTo>
                    <a:pt x="594849" y="2014076"/>
                  </a:lnTo>
                  <a:lnTo>
                    <a:pt x="0" y="2014076"/>
                  </a:lnTo>
                  <a:lnTo>
                    <a:pt x="653397" y="0"/>
                  </a:lnTo>
                  <a:lnTo>
                    <a:pt x="1374710" y="0"/>
                  </a:lnTo>
                  <a:lnTo>
                    <a:pt x="2037475" y="2014076"/>
                  </a:lnTo>
                  <a:lnTo>
                    <a:pt x="1444968" y="2014076"/>
                  </a:lnTo>
                  <a:close/>
                  <a:moveTo>
                    <a:pt x="1147544" y="864179"/>
                  </a:moveTo>
                  <a:cubicBezTo>
                    <a:pt x="1138176" y="829050"/>
                    <a:pt x="1124124" y="777527"/>
                    <a:pt x="1107731" y="711953"/>
                  </a:cubicBezTo>
                  <a:cubicBezTo>
                    <a:pt x="1091338" y="646378"/>
                    <a:pt x="1074944" y="576119"/>
                    <a:pt x="1056208" y="505861"/>
                  </a:cubicBezTo>
                  <a:cubicBezTo>
                    <a:pt x="1039815" y="435603"/>
                    <a:pt x="1025763" y="377054"/>
                    <a:pt x="1016396" y="332557"/>
                  </a:cubicBezTo>
                  <a:cubicBezTo>
                    <a:pt x="1009370" y="377054"/>
                    <a:pt x="997660" y="433261"/>
                    <a:pt x="981267" y="501177"/>
                  </a:cubicBezTo>
                  <a:cubicBezTo>
                    <a:pt x="964873" y="569094"/>
                    <a:pt x="948480" y="634668"/>
                    <a:pt x="934428" y="700243"/>
                  </a:cubicBezTo>
                  <a:cubicBezTo>
                    <a:pt x="918035" y="765817"/>
                    <a:pt x="903983" y="822024"/>
                    <a:pt x="894616" y="866521"/>
                  </a:cubicBezTo>
                  <a:lnTo>
                    <a:pt x="807964" y="1194394"/>
                  </a:lnTo>
                  <a:lnTo>
                    <a:pt x="1234195" y="1194394"/>
                  </a:lnTo>
                  <a:lnTo>
                    <a:pt x="1147544" y="866521"/>
                  </a:ln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0" name="MIO_AGENDA_LAST_SLIDE" hidden="1">
            <a:extLst>
              <a:ext uri="{FF2B5EF4-FFF2-40B4-BE49-F238E27FC236}">
                <a16:creationId xmlns:a16="http://schemas.microsoft.com/office/drawing/2014/main" id="{6FDF728C-D777-2B69-2880-133B2D8E168E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" name="MIO_AGENDA_IGNORE_CHAPTER_REFERENCE" hidden="1">
            <a:extLst>
              <a:ext uri="{FF2B5EF4-FFF2-40B4-BE49-F238E27FC236}">
                <a16:creationId xmlns:a16="http://schemas.microsoft.com/office/drawing/2014/main" id="{CBA219C9-0994-659C-3599-F2F4ADF0D79E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43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9916385-4702-E442-A501-646E3816DE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626213"/>
            <a:ext cx="1500411" cy="415498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/>
              <a:t>Contact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0B268D-1F0C-59E9-B43E-88D29D8D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B30387-DC76-FEE3-2A9D-DD2F09966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66663D-FBFC-D342-8EA5-183080C70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act">
            <a:extLst>
              <a:ext uri="{FF2B5EF4-FFF2-40B4-BE49-F238E27FC236}">
                <a16:creationId xmlns:a16="http://schemas.microsoft.com/office/drawing/2014/main" id="{B5A16EF1-CDF0-7254-D322-F06EFDDD4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2184400"/>
            <a:ext cx="2519363" cy="370952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1372BCE-998D-66B4-7E47-F578C22B81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32289" y="1628772"/>
            <a:ext cx="7380296" cy="4679951"/>
          </a:xfrm>
          <a:solidFill>
            <a:srgbClr val="E3E3E3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ADD762F8-E25A-0D3C-7DCC-B491A8AD66C6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2" name="MIO_AGENDA_IGNORE_CHAPTER_REFERENCE" hidden="1">
            <a:extLst>
              <a:ext uri="{FF2B5EF4-FFF2-40B4-BE49-F238E27FC236}">
                <a16:creationId xmlns:a16="http://schemas.microsoft.com/office/drawing/2014/main" id="{54ADC98D-7E74-AD51-72A4-2A3B23358A39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50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74B9C5-C9DE-EEE9-71B2-87A3F870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363E01-C46E-D150-29D1-15D6E0F7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EFE1E6-6569-B1B5-E529-67D5FD0C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" name="Backup">
            <a:extLst>
              <a:ext uri="{FF2B5EF4-FFF2-40B4-BE49-F238E27FC236}">
                <a16:creationId xmlns:a16="http://schemas.microsoft.com/office/drawing/2014/main" id="{590171D9-AF30-B251-0ADF-2F2A33A9BF73}"/>
              </a:ext>
            </a:extLst>
          </p:cNvPr>
          <p:cNvSpPr txBox="1">
            <a:spLocks/>
          </p:cNvSpPr>
          <p:nvPr/>
        </p:nvSpPr>
        <p:spPr bwMode="gray">
          <a:xfrm>
            <a:off x="4017264" y="6195498"/>
            <a:ext cx="8343007" cy="116980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>
              <a:lnSpc>
                <a:spcPts val="7000"/>
              </a:lnSpc>
            </a:pPr>
            <a:r>
              <a:rPr lang="en-US" sz="15000" cap="all">
                <a:solidFill>
                  <a:srgbClr val="C9DAD4"/>
                </a:solidFill>
                <a:latin typeface="Noto Sans Black" panose="020B0A02040504020204" pitchFamily="34" charset="0"/>
              </a:rPr>
              <a:t>Backup</a:t>
            </a: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2F1F0947-2317-D217-BAD8-AB43A8719C52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7" name="Backup">
            <a:extLst>
              <a:ext uri="{FF2B5EF4-FFF2-40B4-BE49-F238E27FC236}">
                <a16:creationId xmlns:a16="http://schemas.microsoft.com/office/drawing/2014/main" id="{231D9800-3821-4F44-452E-947DB1588238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017264" y="6195498"/>
            <a:ext cx="8343007" cy="116980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>
              <a:lnSpc>
                <a:spcPts val="7000"/>
              </a:lnSpc>
            </a:pPr>
            <a:r>
              <a:rPr lang="en-US" sz="15000" cap="all">
                <a:solidFill>
                  <a:srgbClr val="C9DAD4"/>
                </a:solidFill>
                <a:latin typeface="Noto Sans Black" panose="020B0A02040504020204" pitchFamily="34" charset="0"/>
              </a:rPr>
              <a:t>Backup</a:t>
            </a:r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A37BB2FA-B08C-2DC3-DFE0-7F300B36CA86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11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nimated Logo + 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IO_AGENDA_LAST_SLIDE" hidden="1">
            <a:extLst>
              <a:ext uri="{FF2B5EF4-FFF2-40B4-BE49-F238E27FC236}">
                <a16:creationId xmlns:a16="http://schemas.microsoft.com/office/drawing/2014/main" id="{1AA4D300-56CC-7A5E-594A-25AE78B27C66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F1C6BF7A-6069-1F4B-FD10-D8894C16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409D7BE9-666D-0345-2CB9-216DCBC4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816AAEC7-0DAD-E2BD-FA26-5DCF8624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E84A75D0-FC40-3E59-5EEE-88005EB74DC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  <p:pic>
        <p:nvPicPr>
          <p:cNvPr id="10" name="Claim" descr="Ein Bild, das Blume enthält.&#10;&#10;Automatisch generierte Beschreibung">
            <a:extLst>
              <a:ext uri="{FF2B5EF4-FFF2-40B4-BE49-F238E27FC236}">
                <a16:creationId xmlns:a16="http://schemas.microsoft.com/office/drawing/2014/main" id="{386D5743-7822-1C00-FB2A-6A0998B23E7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56" b="39456"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grpSp>
        <p:nvGrpSpPr>
          <p:cNvPr id="13" name="Logo">
            <a:extLst>
              <a:ext uri="{FF2B5EF4-FFF2-40B4-BE49-F238E27FC236}">
                <a16:creationId xmlns:a16="http://schemas.microsoft.com/office/drawing/2014/main" id="{FF2E3CDE-84AA-15A8-F8A2-814DC4C10836}"/>
              </a:ext>
            </a:extLst>
          </p:cNvPr>
          <p:cNvGrpSpPr/>
          <p:nvPr userDrawn="1"/>
        </p:nvGrpSpPr>
        <p:grpSpPr>
          <a:xfrm>
            <a:off x="2255520" y="2715900"/>
            <a:ext cx="7680960" cy="1426200"/>
            <a:chOff x="2255520" y="2715900"/>
            <a:chExt cx="7680960" cy="1426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A1EB3B-0A2C-B4A6-F3E2-7C0F7C7DE32C}"/>
                </a:ext>
              </a:extLst>
            </p:cNvPr>
            <p:cNvSpPr/>
            <p:nvPr userDrawn="1"/>
          </p:nvSpPr>
          <p:spPr>
            <a:xfrm>
              <a:off x="2255520" y="2715900"/>
              <a:ext cx="7680960" cy="142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72000" rIns="54000" bIns="72000" rtlCol="0" anchor="ctr"/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endParaRPr lang="de-DE" sz="1200">
                <a:solidFill>
                  <a:schemeClr val="tx1"/>
                </a:solidFill>
              </a:endParaRPr>
            </a:p>
          </p:txBody>
        </p:sp>
        <p:pic>
          <p:nvPicPr>
            <p:cNvPr id="11" name="Grafik 1">
              <a:extLst>
                <a:ext uri="{FF2B5EF4-FFF2-40B4-BE49-F238E27FC236}">
                  <a16:creationId xmlns:a16="http://schemas.microsoft.com/office/drawing/2014/main" id="{8FA64D0A-35F3-4081-7986-3A0D2A3CC2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52109" y="3044152"/>
              <a:ext cx="6887783" cy="7696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5571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D34AA96-2B1B-4223-F2EF-36F4F64AB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44239" y="3044151"/>
            <a:ext cx="6887783" cy="769697"/>
          </a:xfrm>
          <a:prstGeom prst="rect">
            <a:avLst/>
          </a:prstGeom>
        </p:spPr>
      </p:pic>
      <p:sp>
        <p:nvSpPr>
          <p:cNvPr id="5" name="MIO_AGENDA_LAST_SLIDE" hidden="1">
            <a:extLst>
              <a:ext uri="{FF2B5EF4-FFF2-40B4-BE49-F238E27FC236}">
                <a16:creationId xmlns:a16="http://schemas.microsoft.com/office/drawing/2014/main" id="{ED1003C1-50ED-25C2-C909-0E9D9DBD7814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" name="Datumsplatzhalter 2">
            <a:extLst>
              <a:ext uri="{FF2B5EF4-FFF2-40B4-BE49-F238E27FC236}">
                <a16:creationId xmlns:a16="http://schemas.microsoft.com/office/drawing/2014/main" id="{3245FC8B-C213-3E39-B87B-F0F4B91B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6FB52DB5-E630-2241-67AA-2C0DCDF0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1A028F50-4B27-255F-7875-FA9CFD68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MIO_AGENDA_IGNORE_CHAPTER_REFERENCE" hidden="1">
            <a:extLst>
              <a:ext uri="{FF2B5EF4-FFF2-40B4-BE49-F238E27FC236}">
                <a16:creationId xmlns:a16="http://schemas.microsoft.com/office/drawing/2014/main" id="{CF0BC07D-C38C-3B04-A816-435D42AC5BB0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91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Blume enthält.&#10;&#10;Automatisch generierte Beschreibung">
            <a:extLst>
              <a:ext uri="{FF2B5EF4-FFF2-40B4-BE49-F238E27FC236}">
                <a16:creationId xmlns:a16="http://schemas.microsoft.com/office/drawing/2014/main" id="{422B50DF-9CE6-8EE7-8665-2088A9FD0F0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sp>
        <p:nvSpPr>
          <p:cNvPr id="4" name="MIO_AGENDA_LAST_SLIDE" hidden="1">
            <a:extLst>
              <a:ext uri="{FF2B5EF4-FFF2-40B4-BE49-F238E27FC236}">
                <a16:creationId xmlns:a16="http://schemas.microsoft.com/office/drawing/2014/main" id="{4DAD5D0A-FE19-B140-3A77-ECABE5A3FFEF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F4A9C6-C3B9-461E-D738-B28EAF4B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3BA48D1D-A205-BF7E-C6FA-21F32106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102A822C-15A1-56E7-1817-1E7C7D79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58F5DB44-9F15-9CCF-974D-6B21428DD25B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950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5.xml"/><Relationship Id="rId39" Type="http://schemas.openxmlformats.org/officeDocument/2006/relationships/image" Target="../media/image1.emf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1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4.xml"/><Relationship Id="rId33" Type="http://schemas.openxmlformats.org/officeDocument/2006/relationships/tags" Target="../tags/tag12.xml"/><Relationship Id="rId38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32" Type="http://schemas.openxmlformats.org/officeDocument/2006/relationships/tags" Target="../tags/tag11.xml"/><Relationship Id="rId37" Type="http://schemas.openxmlformats.org/officeDocument/2006/relationships/tags" Target="../tags/tag16.xml"/><Relationship Id="rId40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28" Type="http://schemas.openxmlformats.org/officeDocument/2006/relationships/tags" Target="../tags/tag7.xml"/><Relationship Id="rId36" Type="http://schemas.openxmlformats.org/officeDocument/2006/relationships/tags" Target="../tags/tag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tags" Target="../tags/tag6.xml"/><Relationship Id="rId30" Type="http://schemas.openxmlformats.org/officeDocument/2006/relationships/tags" Target="../tags/tag9.xml"/><Relationship Id="rId35" Type="http://schemas.openxmlformats.org/officeDocument/2006/relationships/tags" Target="../tags/tag14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think-cell data - do not delete" hidden="1">
            <a:extLst>
              <a:ext uri="{FF2B5EF4-FFF2-40B4-BE49-F238E27FC236}">
                <a16:creationId xmlns:a16="http://schemas.microsoft.com/office/drawing/2014/main" id="{6AAA579A-F44A-60CC-A7C4-747B1867A57D}"/>
              </a:ext>
            </a:extLst>
          </p:cNvPr>
          <p:cNvGraphicFramePr>
            <a:graphicFrameLocks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11495781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425" imgH="424" progId="TCLayout.ActiveDocument.1">
                  <p:embed/>
                </p:oleObj>
              </mc:Choice>
              <mc:Fallback>
                <p:oleObj name="think-cell Slide" r:id="rId38" imgW="425" imgH="4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B4AE0247-C7CF-1DCE-F08B-E24A4A92B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5" y="720000"/>
            <a:ext cx="8928625" cy="24622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altLang="zh-SG"/>
              <a:t>Mastertitelformat bearbeiten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375" y="1340580"/>
            <a:ext cx="11233150" cy="482480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altLang="zh-SG"/>
              <a:t>Mastertextformat bearbeiten</a:t>
            </a:r>
          </a:p>
          <a:p>
            <a:pPr lvl="1"/>
            <a:r>
              <a:rPr lang="de-DE" altLang="zh-SG"/>
              <a:t>Zweite Ebene</a:t>
            </a:r>
          </a:p>
          <a:p>
            <a:pPr lvl="2"/>
            <a:r>
              <a:rPr lang="de-DE" altLang="zh-SG"/>
              <a:t>Dritte Ebene</a:t>
            </a:r>
          </a:p>
          <a:p>
            <a:pPr lvl="3"/>
            <a:r>
              <a:rPr lang="de-DE" altLang="zh-SG"/>
              <a:t>Vierte Ebene</a:t>
            </a:r>
          </a:p>
          <a:p>
            <a:pPr lvl="4"/>
            <a:r>
              <a:rPr lang="de-DE" altLang="zh-SG"/>
              <a:t>Fünfte Ebene</a:t>
            </a:r>
          </a:p>
          <a:p>
            <a:pPr lvl="5"/>
            <a:r>
              <a:rPr lang="de-DE" altLang="zh-SG"/>
              <a:t>Sechste Ebene</a:t>
            </a:r>
          </a:p>
          <a:p>
            <a:pPr lvl="5"/>
            <a:r>
              <a:rPr lang="de-DE" altLang="zh-SG"/>
              <a:t>Siebte Ebene</a:t>
            </a:r>
          </a:p>
          <a:p>
            <a:pPr lvl="6"/>
            <a:r>
              <a:rPr lang="de-DE" altLang="zh-SG"/>
              <a:t>Achte Ebene</a:t>
            </a:r>
          </a:p>
          <a:p>
            <a:pPr lvl="7"/>
            <a:r>
              <a:rPr lang="de-DE" altLang="zh-SG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4003BE-6DC3-F50E-8C1A-EBCFCFF32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422" y="6527607"/>
            <a:ext cx="1024616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altLang="zh-SG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1FFEBC-917A-B186-8FB4-C0C5AA2B3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7743" y="6527607"/>
            <a:ext cx="5642208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de-DE" altLang="zh-SG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5812E0-949B-A2D4-3D5D-95F4138023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527607"/>
            <a:ext cx="244484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610F28-5C11-4E52-A7B2-F9D693A74473}" type="slidenum">
              <a:rPr lang="de-DE" altLang="zh-SG"/>
              <a:t>‹#›</a:t>
            </a:fld>
            <a:endParaRPr lang="de-DE" altLang="zh-SG"/>
          </a:p>
        </p:txBody>
      </p: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id="{DE171B75-AA2A-1DE1-5063-7F629FAEC120}"/>
              </a:ext>
            </a:extLst>
          </p:cNvPr>
          <p:cNvCxnSpPr/>
          <p:nvPr/>
        </p:nvCxnSpPr>
        <p:spPr bwMode="gray">
          <a:xfrm>
            <a:off x="616800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3">
            <a:extLst>
              <a:ext uri="{FF2B5EF4-FFF2-40B4-BE49-F238E27FC236}">
                <a16:creationId xmlns:a16="http://schemas.microsoft.com/office/drawing/2014/main" id="{599C3DDC-12C2-D485-0779-6C2AA6C59B53}"/>
              </a:ext>
            </a:extLst>
          </p:cNvPr>
          <p:cNvCxnSpPr/>
          <p:nvPr/>
        </p:nvCxnSpPr>
        <p:spPr bwMode="gray">
          <a:xfrm>
            <a:off x="602399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4">
            <a:extLst>
              <a:ext uri="{FF2B5EF4-FFF2-40B4-BE49-F238E27FC236}">
                <a16:creationId xmlns:a16="http://schemas.microsoft.com/office/drawing/2014/main" id="{49D31C59-0CE0-CD0D-46D5-30A339DFF80D}"/>
              </a:ext>
            </a:extLst>
          </p:cNvPr>
          <p:cNvCxnSpPr/>
          <p:nvPr/>
        </p:nvCxnSpPr>
        <p:spPr bwMode="gray">
          <a:xfrm>
            <a:off x="472784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6">
            <a:extLst>
              <a:ext uri="{FF2B5EF4-FFF2-40B4-BE49-F238E27FC236}">
                <a16:creationId xmlns:a16="http://schemas.microsoft.com/office/drawing/2014/main" id="{382DF3F6-648A-5219-3286-1A9B31D9025E}"/>
              </a:ext>
            </a:extLst>
          </p:cNvPr>
          <p:cNvCxnSpPr/>
          <p:nvPr/>
        </p:nvCxnSpPr>
        <p:spPr bwMode="gray">
          <a:xfrm>
            <a:off x="458383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8">
            <a:extLst>
              <a:ext uri="{FF2B5EF4-FFF2-40B4-BE49-F238E27FC236}">
                <a16:creationId xmlns:a16="http://schemas.microsoft.com/office/drawing/2014/main" id="{FE60D2AD-9196-8EA6-7138-6D25B70C2074}"/>
              </a:ext>
            </a:extLst>
          </p:cNvPr>
          <p:cNvCxnSpPr/>
          <p:nvPr/>
        </p:nvCxnSpPr>
        <p:spPr bwMode="gray">
          <a:xfrm>
            <a:off x="746415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9">
            <a:extLst>
              <a:ext uri="{FF2B5EF4-FFF2-40B4-BE49-F238E27FC236}">
                <a16:creationId xmlns:a16="http://schemas.microsoft.com/office/drawing/2014/main" id="{453EA128-1C2A-A4FB-5277-0BA073E26846}"/>
              </a:ext>
            </a:extLst>
          </p:cNvPr>
          <p:cNvCxnSpPr/>
          <p:nvPr/>
        </p:nvCxnSpPr>
        <p:spPr bwMode="gray">
          <a:xfrm>
            <a:off x="760816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5">
            <a:extLst>
              <a:ext uri="{FF2B5EF4-FFF2-40B4-BE49-F238E27FC236}">
                <a16:creationId xmlns:a16="http://schemas.microsoft.com/office/drawing/2014/main" id="{15F2A9CA-E629-47BC-93F1-95F2D581DEB0}"/>
              </a:ext>
            </a:extLst>
          </p:cNvPr>
          <p:cNvCxnSpPr/>
          <p:nvPr/>
        </p:nvCxnSpPr>
        <p:spPr bwMode="gray">
          <a:xfrm>
            <a:off x="32876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6">
            <a:extLst>
              <a:ext uri="{FF2B5EF4-FFF2-40B4-BE49-F238E27FC236}">
                <a16:creationId xmlns:a16="http://schemas.microsoft.com/office/drawing/2014/main" id="{47A675DF-6481-2754-9960-E602F8DF045A}"/>
              </a:ext>
            </a:extLst>
          </p:cNvPr>
          <p:cNvCxnSpPr/>
          <p:nvPr/>
        </p:nvCxnSpPr>
        <p:spPr bwMode="gray">
          <a:xfrm>
            <a:off x="31436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7">
            <a:extLst>
              <a:ext uri="{FF2B5EF4-FFF2-40B4-BE49-F238E27FC236}">
                <a16:creationId xmlns:a16="http://schemas.microsoft.com/office/drawing/2014/main" id="{26F9AF0D-FC9C-EDA9-165D-E982738ED0BC}"/>
              </a:ext>
            </a:extLst>
          </p:cNvPr>
          <p:cNvCxnSpPr/>
          <p:nvPr/>
        </p:nvCxnSpPr>
        <p:spPr bwMode="gray">
          <a:xfrm>
            <a:off x="18475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8">
            <a:extLst>
              <a:ext uri="{FF2B5EF4-FFF2-40B4-BE49-F238E27FC236}">
                <a16:creationId xmlns:a16="http://schemas.microsoft.com/office/drawing/2014/main" id="{865D49E9-1627-96D9-39EB-4D29B8085F05}"/>
              </a:ext>
            </a:extLst>
          </p:cNvPr>
          <p:cNvCxnSpPr/>
          <p:nvPr/>
        </p:nvCxnSpPr>
        <p:spPr bwMode="gray">
          <a:xfrm>
            <a:off x="17035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9">
            <a:extLst>
              <a:ext uri="{FF2B5EF4-FFF2-40B4-BE49-F238E27FC236}">
                <a16:creationId xmlns:a16="http://schemas.microsoft.com/office/drawing/2014/main" id="{DD19C659-2CCA-167E-4839-E983BDF66032}"/>
              </a:ext>
            </a:extLst>
          </p:cNvPr>
          <p:cNvCxnSpPr/>
          <p:nvPr/>
        </p:nvCxnSpPr>
        <p:spPr bwMode="gray">
          <a:xfrm>
            <a:off x="33536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40">
            <a:extLst>
              <a:ext uri="{FF2B5EF4-FFF2-40B4-BE49-F238E27FC236}">
                <a16:creationId xmlns:a16="http://schemas.microsoft.com/office/drawing/2014/main" id="{AC3427F3-C0B3-E03F-0BEA-CB6881C206D6}"/>
              </a:ext>
            </a:extLst>
          </p:cNvPr>
          <p:cNvCxnSpPr/>
          <p:nvPr/>
        </p:nvCxnSpPr>
        <p:spPr bwMode="gray">
          <a:xfrm>
            <a:off x="89043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41">
            <a:extLst>
              <a:ext uri="{FF2B5EF4-FFF2-40B4-BE49-F238E27FC236}">
                <a16:creationId xmlns:a16="http://schemas.microsoft.com/office/drawing/2014/main" id="{5F336E89-1DC8-AC90-8A12-FC854125D3DF}"/>
              </a:ext>
            </a:extLst>
          </p:cNvPr>
          <p:cNvCxnSpPr/>
          <p:nvPr/>
        </p:nvCxnSpPr>
        <p:spPr bwMode="gray">
          <a:xfrm>
            <a:off x="90483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2">
            <a:extLst>
              <a:ext uri="{FF2B5EF4-FFF2-40B4-BE49-F238E27FC236}">
                <a16:creationId xmlns:a16="http://schemas.microsoft.com/office/drawing/2014/main" id="{55C33C20-A074-D374-4C65-D4623B81230F}"/>
              </a:ext>
            </a:extLst>
          </p:cNvPr>
          <p:cNvCxnSpPr/>
          <p:nvPr/>
        </p:nvCxnSpPr>
        <p:spPr bwMode="gray">
          <a:xfrm>
            <a:off x="103444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43">
            <a:extLst>
              <a:ext uri="{FF2B5EF4-FFF2-40B4-BE49-F238E27FC236}">
                <a16:creationId xmlns:a16="http://schemas.microsoft.com/office/drawing/2014/main" id="{F242C792-3892-FFA4-6CDD-4D3118B03044}"/>
              </a:ext>
            </a:extLst>
          </p:cNvPr>
          <p:cNvCxnSpPr/>
          <p:nvPr/>
        </p:nvCxnSpPr>
        <p:spPr bwMode="gray">
          <a:xfrm>
            <a:off x="104884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44">
            <a:extLst>
              <a:ext uri="{FF2B5EF4-FFF2-40B4-BE49-F238E27FC236}">
                <a16:creationId xmlns:a16="http://schemas.microsoft.com/office/drawing/2014/main" id="{4C583551-ECC6-0561-061E-AD35E3D1FD10}"/>
              </a:ext>
            </a:extLst>
          </p:cNvPr>
          <p:cNvCxnSpPr/>
          <p:nvPr/>
        </p:nvCxnSpPr>
        <p:spPr bwMode="gray">
          <a:xfrm>
            <a:off x="1185664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9">
            <a:extLst>
              <a:ext uri="{FF2B5EF4-FFF2-40B4-BE49-F238E27FC236}">
                <a16:creationId xmlns:a16="http://schemas.microsoft.com/office/drawing/2014/main" id="{CF49800E-BCAE-FB1E-ED95-E5260B05D8D8}"/>
              </a:ext>
            </a:extLst>
          </p:cNvPr>
          <p:cNvCxnSpPr/>
          <p:nvPr/>
        </p:nvCxnSpPr>
        <p:spPr bwMode="gray">
          <a:xfrm>
            <a:off x="-240704" y="1340768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46">
            <a:extLst>
              <a:ext uri="{FF2B5EF4-FFF2-40B4-BE49-F238E27FC236}">
                <a16:creationId xmlns:a16="http://schemas.microsoft.com/office/drawing/2014/main" id="{B628D4CD-AD53-143F-5E1F-471804AF93EB}"/>
              </a:ext>
            </a:extLst>
          </p:cNvPr>
          <p:cNvCxnSpPr/>
          <p:nvPr/>
        </p:nvCxnSpPr>
        <p:spPr bwMode="gray">
          <a:xfrm>
            <a:off x="-240704" y="6309320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47">
            <a:extLst>
              <a:ext uri="{FF2B5EF4-FFF2-40B4-BE49-F238E27FC236}">
                <a16:creationId xmlns:a16="http://schemas.microsoft.com/office/drawing/2014/main" id="{5EDA6EEF-73CF-FE09-192B-F0717C466724}"/>
              </a:ext>
            </a:extLst>
          </p:cNvPr>
          <p:cNvCxnSpPr/>
          <p:nvPr/>
        </p:nvCxnSpPr>
        <p:spPr bwMode="gray">
          <a:xfrm>
            <a:off x="-240704" y="1628800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32">
            <a:extLst>
              <a:ext uri="{FF2B5EF4-FFF2-40B4-BE49-F238E27FC236}">
                <a16:creationId xmlns:a16="http://schemas.microsoft.com/office/drawing/2014/main" id="{F0C7867B-6061-845E-7919-B239A10F7E4C}"/>
              </a:ext>
            </a:extLst>
          </p:cNvPr>
          <p:cNvCxnSpPr/>
          <p:nvPr/>
        </p:nvCxnSpPr>
        <p:spPr bwMode="gray">
          <a:xfrm>
            <a:off x="63120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33">
            <a:extLst>
              <a:ext uri="{FF2B5EF4-FFF2-40B4-BE49-F238E27FC236}">
                <a16:creationId xmlns:a16="http://schemas.microsoft.com/office/drawing/2014/main" id="{994CF3DB-DC86-C820-E5C0-A4885BB0BD2A}"/>
              </a:ext>
            </a:extLst>
          </p:cNvPr>
          <p:cNvCxnSpPr/>
          <p:nvPr/>
        </p:nvCxnSpPr>
        <p:spPr bwMode="gray">
          <a:xfrm>
            <a:off x="487186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34">
            <a:extLst>
              <a:ext uri="{FF2B5EF4-FFF2-40B4-BE49-F238E27FC236}">
                <a16:creationId xmlns:a16="http://schemas.microsoft.com/office/drawing/2014/main" id="{46F789E4-1CA3-30F9-383D-4A47F4A93140}"/>
              </a:ext>
            </a:extLst>
          </p:cNvPr>
          <p:cNvCxnSpPr/>
          <p:nvPr/>
        </p:nvCxnSpPr>
        <p:spPr bwMode="gray">
          <a:xfrm>
            <a:off x="775218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45">
            <a:extLst>
              <a:ext uri="{FF2B5EF4-FFF2-40B4-BE49-F238E27FC236}">
                <a16:creationId xmlns:a16="http://schemas.microsoft.com/office/drawing/2014/main" id="{A15C04BC-E8AD-D67D-7A37-CE66BD8108D3}"/>
              </a:ext>
            </a:extLst>
          </p:cNvPr>
          <p:cNvCxnSpPr/>
          <p:nvPr/>
        </p:nvCxnSpPr>
        <p:spPr bwMode="gray">
          <a:xfrm>
            <a:off x="34317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48">
            <a:extLst>
              <a:ext uri="{FF2B5EF4-FFF2-40B4-BE49-F238E27FC236}">
                <a16:creationId xmlns:a16="http://schemas.microsoft.com/office/drawing/2014/main" id="{B2B1FFC2-A967-9992-BF92-539258A03BDF}"/>
              </a:ext>
            </a:extLst>
          </p:cNvPr>
          <p:cNvCxnSpPr/>
          <p:nvPr/>
        </p:nvCxnSpPr>
        <p:spPr bwMode="gray">
          <a:xfrm>
            <a:off x="19915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49">
            <a:extLst>
              <a:ext uri="{FF2B5EF4-FFF2-40B4-BE49-F238E27FC236}">
                <a16:creationId xmlns:a16="http://schemas.microsoft.com/office/drawing/2014/main" id="{02C3F396-ACB8-5666-11C9-65988885B904}"/>
              </a:ext>
            </a:extLst>
          </p:cNvPr>
          <p:cNvCxnSpPr/>
          <p:nvPr/>
        </p:nvCxnSpPr>
        <p:spPr bwMode="gray">
          <a:xfrm>
            <a:off x="91923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50">
            <a:extLst>
              <a:ext uri="{FF2B5EF4-FFF2-40B4-BE49-F238E27FC236}">
                <a16:creationId xmlns:a16="http://schemas.microsoft.com/office/drawing/2014/main" id="{C56B92D2-E114-4A46-6E6A-9267816179F5}"/>
              </a:ext>
            </a:extLst>
          </p:cNvPr>
          <p:cNvCxnSpPr/>
          <p:nvPr/>
        </p:nvCxnSpPr>
        <p:spPr bwMode="gray">
          <a:xfrm>
            <a:off x="106325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51">
            <a:extLst>
              <a:ext uri="{FF2B5EF4-FFF2-40B4-BE49-F238E27FC236}">
                <a16:creationId xmlns:a16="http://schemas.microsoft.com/office/drawing/2014/main" id="{B0901BAB-DBF3-B595-14E3-B41ED1629B56}"/>
              </a:ext>
            </a:extLst>
          </p:cNvPr>
          <p:cNvCxnSpPr/>
          <p:nvPr/>
        </p:nvCxnSpPr>
        <p:spPr bwMode="gray">
          <a:xfrm>
            <a:off x="58799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52">
            <a:extLst>
              <a:ext uri="{FF2B5EF4-FFF2-40B4-BE49-F238E27FC236}">
                <a16:creationId xmlns:a16="http://schemas.microsoft.com/office/drawing/2014/main" id="{3A3B61FA-2541-49C7-73A4-3C1EF58217D2}"/>
              </a:ext>
            </a:extLst>
          </p:cNvPr>
          <p:cNvCxnSpPr/>
          <p:nvPr/>
        </p:nvCxnSpPr>
        <p:spPr bwMode="gray">
          <a:xfrm>
            <a:off x="443981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53">
            <a:extLst>
              <a:ext uri="{FF2B5EF4-FFF2-40B4-BE49-F238E27FC236}">
                <a16:creationId xmlns:a16="http://schemas.microsoft.com/office/drawing/2014/main" id="{36F83073-0558-62B3-125A-6FD45FCDDB20}"/>
              </a:ext>
            </a:extLst>
          </p:cNvPr>
          <p:cNvCxnSpPr/>
          <p:nvPr/>
        </p:nvCxnSpPr>
        <p:spPr bwMode="gray">
          <a:xfrm>
            <a:off x="732013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54">
            <a:extLst>
              <a:ext uri="{FF2B5EF4-FFF2-40B4-BE49-F238E27FC236}">
                <a16:creationId xmlns:a16="http://schemas.microsoft.com/office/drawing/2014/main" id="{D27B1371-A90C-8CE2-C1ED-899641C034C0}"/>
              </a:ext>
            </a:extLst>
          </p:cNvPr>
          <p:cNvCxnSpPr/>
          <p:nvPr/>
        </p:nvCxnSpPr>
        <p:spPr bwMode="gray">
          <a:xfrm>
            <a:off x="29996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55">
            <a:extLst>
              <a:ext uri="{FF2B5EF4-FFF2-40B4-BE49-F238E27FC236}">
                <a16:creationId xmlns:a16="http://schemas.microsoft.com/office/drawing/2014/main" id="{D05E774B-D745-5462-63C2-3CEE39DCDB68}"/>
              </a:ext>
            </a:extLst>
          </p:cNvPr>
          <p:cNvCxnSpPr/>
          <p:nvPr/>
        </p:nvCxnSpPr>
        <p:spPr bwMode="gray">
          <a:xfrm>
            <a:off x="15594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56">
            <a:extLst>
              <a:ext uri="{FF2B5EF4-FFF2-40B4-BE49-F238E27FC236}">
                <a16:creationId xmlns:a16="http://schemas.microsoft.com/office/drawing/2014/main" id="{0D217093-6E4A-98BD-0D0D-CFCA771D7700}"/>
              </a:ext>
            </a:extLst>
          </p:cNvPr>
          <p:cNvCxnSpPr/>
          <p:nvPr/>
        </p:nvCxnSpPr>
        <p:spPr bwMode="gray">
          <a:xfrm>
            <a:off x="87602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57">
            <a:extLst>
              <a:ext uri="{FF2B5EF4-FFF2-40B4-BE49-F238E27FC236}">
                <a16:creationId xmlns:a16="http://schemas.microsoft.com/office/drawing/2014/main" id="{77FF41E2-5532-923D-472F-00CE8C2DF7CD}"/>
              </a:ext>
            </a:extLst>
          </p:cNvPr>
          <p:cNvCxnSpPr/>
          <p:nvPr/>
        </p:nvCxnSpPr>
        <p:spPr bwMode="gray">
          <a:xfrm>
            <a:off x="102004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58">
            <a:extLst>
              <a:ext uri="{FF2B5EF4-FFF2-40B4-BE49-F238E27FC236}">
                <a16:creationId xmlns:a16="http://schemas.microsoft.com/office/drawing/2014/main" id="{7B02F80F-A04A-0504-6EC3-B45183A5FBF3}"/>
              </a:ext>
            </a:extLst>
          </p:cNvPr>
          <p:cNvCxnSpPr/>
          <p:nvPr/>
        </p:nvCxnSpPr>
        <p:spPr bwMode="gray">
          <a:xfrm>
            <a:off x="4793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59">
            <a:extLst>
              <a:ext uri="{FF2B5EF4-FFF2-40B4-BE49-F238E27FC236}">
                <a16:creationId xmlns:a16="http://schemas.microsoft.com/office/drawing/2014/main" id="{E97FBD3C-9D11-1E33-9E58-1D0573868365}"/>
              </a:ext>
            </a:extLst>
          </p:cNvPr>
          <p:cNvCxnSpPr/>
          <p:nvPr/>
        </p:nvCxnSpPr>
        <p:spPr bwMode="gray">
          <a:xfrm>
            <a:off x="117126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60">
            <a:extLst>
              <a:ext uri="{FF2B5EF4-FFF2-40B4-BE49-F238E27FC236}">
                <a16:creationId xmlns:a16="http://schemas.microsoft.com/office/drawing/2014/main" id="{1E45FF18-04A9-3D6F-EF30-0FAECA8FC1E4}"/>
              </a:ext>
            </a:extLst>
          </p:cNvPr>
          <p:cNvCxnSpPr/>
          <p:nvPr/>
        </p:nvCxnSpPr>
        <p:spPr bwMode="gray">
          <a:xfrm>
            <a:off x="-240704" y="148478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61">
            <a:extLst>
              <a:ext uri="{FF2B5EF4-FFF2-40B4-BE49-F238E27FC236}">
                <a16:creationId xmlns:a16="http://schemas.microsoft.com/office/drawing/2014/main" id="{5AFA40FA-C41B-E7B6-C0B1-C30A59E469F0}"/>
              </a:ext>
            </a:extLst>
          </p:cNvPr>
          <p:cNvCxnSpPr/>
          <p:nvPr/>
        </p:nvCxnSpPr>
        <p:spPr bwMode="gray">
          <a:xfrm>
            <a:off x="-240704" y="616530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62">
            <a:extLst>
              <a:ext uri="{FF2B5EF4-FFF2-40B4-BE49-F238E27FC236}">
                <a16:creationId xmlns:a16="http://schemas.microsoft.com/office/drawing/2014/main" id="{1581303F-B3EC-8E1B-A1E1-7C8785710FF3}"/>
              </a:ext>
            </a:extLst>
          </p:cNvPr>
          <p:cNvCxnSpPr/>
          <p:nvPr/>
        </p:nvCxnSpPr>
        <p:spPr bwMode="gray">
          <a:xfrm>
            <a:off x="-240704" y="6021288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fik 44">
            <a:extLst>
              <a:ext uri="{FF2B5EF4-FFF2-40B4-BE49-F238E27FC236}">
                <a16:creationId xmlns:a16="http://schemas.microsoft.com/office/drawing/2014/main" id="{F9C4586C-AE10-4B41-CEAA-296FE383E6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092526" y="477000"/>
            <a:ext cx="1620000" cy="181032"/>
          </a:xfrm>
          <a:prstGeom prst="rect">
            <a:avLst/>
          </a:prstGeom>
        </p:spPr>
      </p:pic>
      <p:sp>
        <p:nvSpPr>
          <p:cNvPr id="46" name="empower - DO NOT DELETE!!!">
            <a:extLst>
              <a:ext uri="{FF2B5EF4-FFF2-40B4-BE49-F238E27FC236}">
                <a16:creationId xmlns:a16="http://schemas.microsoft.com/office/drawing/2014/main" id="{07B13A24-35EF-1AFB-79B6-BBB95D9825B9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de-DE" altLang="zh-SG" sz="1200">
              <a:solidFill>
                <a:schemeClr val="tx1"/>
              </a:solidFill>
            </a:endParaRPr>
          </a:p>
        </p:txBody>
      </p:sp>
      <p:sp>
        <p:nvSpPr>
          <p:cNvPr id="49" name="Rechteck 48" hidden="1">
            <a:extLst>
              <a:ext uri="{FF2B5EF4-FFF2-40B4-BE49-F238E27FC236}">
                <a16:creationId xmlns:a16="http://schemas.microsoft.com/office/drawing/2014/main" id="{1CC66FD3-DD42-DB8C-2390-847D71D42A73}"/>
              </a:ext>
            </a:extLst>
          </p:cNvPr>
          <p:cNvSpPr/>
          <p:nvPr userDrawn="1">
            <p:custDataLst>
              <p:tags r:id="rId25"/>
            </p:custDataLst>
          </p:nvPr>
        </p:nvSpPr>
        <p:spPr>
          <a:xfrm>
            <a:off x="9912526" y="297516"/>
            <a:ext cx="1980000" cy="51449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de-DE" altLang="zh-SG" sz="1200">
              <a:solidFill>
                <a:schemeClr val="tx1"/>
              </a:solidFill>
            </a:endParaRPr>
          </a:p>
        </p:txBody>
      </p:sp>
      <p:cxnSp>
        <p:nvCxnSpPr>
          <p:cNvPr id="50" name="Straight Connector 4">
            <a:extLst>
              <a:ext uri="{FF2B5EF4-FFF2-40B4-BE49-F238E27FC236}">
                <a16:creationId xmlns:a16="http://schemas.microsoft.com/office/drawing/2014/main" id="{EE08DDD8-E0B8-ABA8-C961-4A5242777C9B}"/>
              </a:ext>
            </a:extLst>
          </p:cNvPr>
          <p:cNvCxnSpPr/>
          <p:nvPr userDrawn="1"/>
        </p:nvCxnSpPr>
        <p:spPr bwMode="gray">
          <a:xfrm>
            <a:off x="616800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23">
            <a:extLst>
              <a:ext uri="{FF2B5EF4-FFF2-40B4-BE49-F238E27FC236}">
                <a16:creationId xmlns:a16="http://schemas.microsoft.com/office/drawing/2014/main" id="{3A1A6A83-E41E-557C-AE8B-80240320AEEC}"/>
              </a:ext>
            </a:extLst>
          </p:cNvPr>
          <p:cNvCxnSpPr/>
          <p:nvPr userDrawn="1"/>
        </p:nvCxnSpPr>
        <p:spPr bwMode="gray">
          <a:xfrm>
            <a:off x="602399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24">
            <a:extLst>
              <a:ext uri="{FF2B5EF4-FFF2-40B4-BE49-F238E27FC236}">
                <a16:creationId xmlns:a16="http://schemas.microsoft.com/office/drawing/2014/main" id="{19D231A6-2314-6743-DCAE-8B228362CA30}"/>
              </a:ext>
            </a:extLst>
          </p:cNvPr>
          <p:cNvCxnSpPr/>
          <p:nvPr userDrawn="1"/>
        </p:nvCxnSpPr>
        <p:spPr bwMode="gray">
          <a:xfrm>
            <a:off x="472784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26">
            <a:extLst>
              <a:ext uri="{FF2B5EF4-FFF2-40B4-BE49-F238E27FC236}">
                <a16:creationId xmlns:a16="http://schemas.microsoft.com/office/drawing/2014/main" id="{3AAB3263-5EA9-579C-2A70-262BBC5A7B34}"/>
              </a:ext>
            </a:extLst>
          </p:cNvPr>
          <p:cNvCxnSpPr/>
          <p:nvPr userDrawn="1"/>
        </p:nvCxnSpPr>
        <p:spPr bwMode="gray">
          <a:xfrm>
            <a:off x="458383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28">
            <a:extLst>
              <a:ext uri="{FF2B5EF4-FFF2-40B4-BE49-F238E27FC236}">
                <a16:creationId xmlns:a16="http://schemas.microsoft.com/office/drawing/2014/main" id="{EAB77F55-2E10-7892-056B-E0F305FF49B5}"/>
              </a:ext>
            </a:extLst>
          </p:cNvPr>
          <p:cNvCxnSpPr/>
          <p:nvPr userDrawn="1"/>
        </p:nvCxnSpPr>
        <p:spPr bwMode="gray">
          <a:xfrm>
            <a:off x="746415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29">
            <a:extLst>
              <a:ext uri="{FF2B5EF4-FFF2-40B4-BE49-F238E27FC236}">
                <a16:creationId xmlns:a16="http://schemas.microsoft.com/office/drawing/2014/main" id="{6DAF9430-E864-CDAD-0DC9-AAE17E75EEF7}"/>
              </a:ext>
            </a:extLst>
          </p:cNvPr>
          <p:cNvCxnSpPr/>
          <p:nvPr userDrawn="1"/>
        </p:nvCxnSpPr>
        <p:spPr bwMode="gray">
          <a:xfrm>
            <a:off x="760816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35">
            <a:extLst>
              <a:ext uri="{FF2B5EF4-FFF2-40B4-BE49-F238E27FC236}">
                <a16:creationId xmlns:a16="http://schemas.microsoft.com/office/drawing/2014/main" id="{976FCB41-59CB-A93C-BDB7-5BDE4F04F5B3}"/>
              </a:ext>
            </a:extLst>
          </p:cNvPr>
          <p:cNvCxnSpPr/>
          <p:nvPr userDrawn="1"/>
        </p:nvCxnSpPr>
        <p:spPr bwMode="gray">
          <a:xfrm>
            <a:off x="32876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36">
            <a:extLst>
              <a:ext uri="{FF2B5EF4-FFF2-40B4-BE49-F238E27FC236}">
                <a16:creationId xmlns:a16="http://schemas.microsoft.com/office/drawing/2014/main" id="{3FB19D06-F322-E9C1-0343-8FDFE6124376}"/>
              </a:ext>
            </a:extLst>
          </p:cNvPr>
          <p:cNvCxnSpPr/>
          <p:nvPr userDrawn="1"/>
        </p:nvCxnSpPr>
        <p:spPr bwMode="gray">
          <a:xfrm>
            <a:off x="31436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37">
            <a:extLst>
              <a:ext uri="{FF2B5EF4-FFF2-40B4-BE49-F238E27FC236}">
                <a16:creationId xmlns:a16="http://schemas.microsoft.com/office/drawing/2014/main" id="{2BB1C7FE-6995-1E6A-0CEB-0329BEF6FB6A}"/>
              </a:ext>
            </a:extLst>
          </p:cNvPr>
          <p:cNvCxnSpPr/>
          <p:nvPr userDrawn="1"/>
        </p:nvCxnSpPr>
        <p:spPr bwMode="gray">
          <a:xfrm>
            <a:off x="18475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38">
            <a:extLst>
              <a:ext uri="{FF2B5EF4-FFF2-40B4-BE49-F238E27FC236}">
                <a16:creationId xmlns:a16="http://schemas.microsoft.com/office/drawing/2014/main" id="{3E572205-FF66-8A0C-4622-C2C0B703C844}"/>
              </a:ext>
            </a:extLst>
          </p:cNvPr>
          <p:cNvCxnSpPr/>
          <p:nvPr userDrawn="1"/>
        </p:nvCxnSpPr>
        <p:spPr bwMode="gray">
          <a:xfrm>
            <a:off x="17035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39">
            <a:extLst>
              <a:ext uri="{FF2B5EF4-FFF2-40B4-BE49-F238E27FC236}">
                <a16:creationId xmlns:a16="http://schemas.microsoft.com/office/drawing/2014/main" id="{AC921497-88A3-355B-8E4C-FCEC49046D21}"/>
              </a:ext>
            </a:extLst>
          </p:cNvPr>
          <p:cNvCxnSpPr/>
          <p:nvPr userDrawn="1"/>
        </p:nvCxnSpPr>
        <p:spPr bwMode="gray">
          <a:xfrm>
            <a:off x="33536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0">
            <a:extLst>
              <a:ext uri="{FF2B5EF4-FFF2-40B4-BE49-F238E27FC236}">
                <a16:creationId xmlns:a16="http://schemas.microsoft.com/office/drawing/2014/main" id="{5E30F394-E4F1-7965-A63E-8D69114D4837}"/>
              </a:ext>
            </a:extLst>
          </p:cNvPr>
          <p:cNvCxnSpPr/>
          <p:nvPr userDrawn="1"/>
        </p:nvCxnSpPr>
        <p:spPr bwMode="gray">
          <a:xfrm>
            <a:off x="89043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41">
            <a:extLst>
              <a:ext uri="{FF2B5EF4-FFF2-40B4-BE49-F238E27FC236}">
                <a16:creationId xmlns:a16="http://schemas.microsoft.com/office/drawing/2014/main" id="{9EB63C7A-3956-FF43-DBC8-AC876FC1EE79}"/>
              </a:ext>
            </a:extLst>
          </p:cNvPr>
          <p:cNvCxnSpPr/>
          <p:nvPr userDrawn="1"/>
        </p:nvCxnSpPr>
        <p:spPr bwMode="gray">
          <a:xfrm>
            <a:off x="90483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42">
            <a:extLst>
              <a:ext uri="{FF2B5EF4-FFF2-40B4-BE49-F238E27FC236}">
                <a16:creationId xmlns:a16="http://schemas.microsoft.com/office/drawing/2014/main" id="{715260CC-9329-D505-B50B-BB52D1763C80}"/>
              </a:ext>
            </a:extLst>
          </p:cNvPr>
          <p:cNvCxnSpPr/>
          <p:nvPr userDrawn="1"/>
        </p:nvCxnSpPr>
        <p:spPr bwMode="gray">
          <a:xfrm>
            <a:off x="103444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43">
            <a:extLst>
              <a:ext uri="{FF2B5EF4-FFF2-40B4-BE49-F238E27FC236}">
                <a16:creationId xmlns:a16="http://schemas.microsoft.com/office/drawing/2014/main" id="{C3523AB2-5A9A-2381-7691-48BFDAA7785E}"/>
              </a:ext>
            </a:extLst>
          </p:cNvPr>
          <p:cNvCxnSpPr/>
          <p:nvPr userDrawn="1"/>
        </p:nvCxnSpPr>
        <p:spPr bwMode="gray">
          <a:xfrm>
            <a:off x="104884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4">
            <a:extLst>
              <a:ext uri="{FF2B5EF4-FFF2-40B4-BE49-F238E27FC236}">
                <a16:creationId xmlns:a16="http://schemas.microsoft.com/office/drawing/2014/main" id="{D5241D39-FCC7-AAA8-47C7-98AC86D647BD}"/>
              </a:ext>
            </a:extLst>
          </p:cNvPr>
          <p:cNvCxnSpPr/>
          <p:nvPr userDrawn="1"/>
        </p:nvCxnSpPr>
        <p:spPr bwMode="gray">
          <a:xfrm>
            <a:off x="1185664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9">
            <a:extLst>
              <a:ext uri="{FF2B5EF4-FFF2-40B4-BE49-F238E27FC236}">
                <a16:creationId xmlns:a16="http://schemas.microsoft.com/office/drawing/2014/main" id="{32968F97-9B07-D1F1-A0B8-E8717B4B8CA3}"/>
              </a:ext>
            </a:extLst>
          </p:cNvPr>
          <p:cNvCxnSpPr/>
          <p:nvPr userDrawn="1"/>
        </p:nvCxnSpPr>
        <p:spPr bwMode="gray">
          <a:xfrm>
            <a:off x="-240704" y="1340768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46">
            <a:extLst>
              <a:ext uri="{FF2B5EF4-FFF2-40B4-BE49-F238E27FC236}">
                <a16:creationId xmlns:a16="http://schemas.microsoft.com/office/drawing/2014/main" id="{AC7F0241-1B60-B23F-3A25-A498892583AB}"/>
              </a:ext>
            </a:extLst>
          </p:cNvPr>
          <p:cNvCxnSpPr/>
          <p:nvPr userDrawn="1"/>
        </p:nvCxnSpPr>
        <p:spPr bwMode="gray">
          <a:xfrm>
            <a:off x="-240704" y="6309320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47">
            <a:extLst>
              <a:ext uri="{FF2B5EF4-FFF2-40B4-BE49-F238E27FC236}">
                <a16:creationId xmlns:a16="http://schemas.microsoft.com/office/drawing/2014/main" id="{ECDCBA83-AB55-A23F-6205-23BFAAA6FAD2}"/>
              </a:ext>
            </a:extLst>
          </p:cNvPr>
          <p:cNvCxnSpPr/>
          <p:nvPr userDrawn="1"/>
        </p:nvCxnSpPr>
        <p:spPr bwMode="gray">
          <a:xfrm>
            <a:off x="-240704" y="1628800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32">
            <a:extLst>
              <a:ext uri="{FF2B5EF4-FFF2-40B4-BE49-F238E27FC236}">
                <a16:creationId xmlns:a16="http://schemas.microsoft.com/office/drawing/2014/main" id="{A515F58C-26A7-EB92-E595-58FD7CF66BA6}"/>
              </a:ext>
            </a:extLst>
          </p:cNvPr>
          <p:cNvCxnSpPr/>
          <p:nvPr userDrawn="1"/>
        </p:nvCxnSpPr>
        <p:spPr bwMode="gray">
          <a:xfrm>
            <a:off x="63120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33">
            <a:extLst>
              <a:ext uri="{FF2B5EF4-FFF2-40B4-BE49-F238E27FC236}">
                <a16:creationId xmlns:a16="http://schemas.microsoft.com/office/drawing/2014/main" id="{1C9D756F-A538-E9D4-CC9A-5945279ECF21}"/>
              </a:ext>
            </a:extLst>
          </p:cNvPr>
          <p:cNvCxnSpPr/>
          <p:nvPr userDrawn="1"/>
        </p:nvCxnSpPr>
        <p:spPr bwMode="gray">
          <a:xfrm>
            <a:off x="487186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34">
            <a:extLst>
              <a:ext uri="{FF2B5EF4-FFF2-40B4-BE49-F238E27FC236}">
                <a16:creationId xmlns:a16="http://schemas.microsoft.com/office/drawing/2014/main" id="{9D370273-601A-66C9-15D5-54B5C7B8C67C}"/>
              </a:ext>
            </a:extLst>
          </p:cNvPr>
          <p:cNvCxnSpPr/>
          <p:nvPr userDrawn="1"/>
        </p:nvCxnSpPr>
        <p:spPr bwMode="gray">
          <a:xfrm>
            <a:off x="775218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">
            <a:extLst>
              <a:ext uri="{FF2B5EF4-FFF2-40B4-BE49-F238E27FC236}">
                <a16:creationId xmlns:a16="http://schemas.microsoft.com/office/drawing/2014/main" id="{2E17C18E-3E08-C596-A53A-7EE153D2D439}"/>
              </a:ext>
            </a:extLst>
          </p:cNvPr>
          <p:cNvCxnSpPr/>
          <p:nvPr userDrawn="1"/>
        </p:nvCxnSpPr>
        <p:spPr bwMode="gray">
          <a:xfrm>
            <a:off x="34317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48">
            <a:extLst>
              <a:ext uri="{FF2B5EF4-FFF2-40B4-BE49-F238E27FC236}">
                <a16:creationId xmlns:a16="http://schemas.microsoft.com/office/drawing/2014/main" id="{FFF824E2-53C3-5B00-3CA4-5D04B9CAE4AD}"/>
              </a:ext>
            </a:extLst>
          </p:cNvPr>
          <p:cNvCxnSpPr/>
          <p:nvPr userDrawn="1"/>
        </p:nvCxnSpPr>
        <p:spPr bwMode="gray">
          <a:xfrm>
            <a:off x="19915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49">
            <a:extLst>
              <a:ext uri="{FF2B5EF4-FFF2-40B4-BE49-F238E27FC236}">
                <a16:creationId xmlns:a16="http://schemas.microsoft.com/office/drawing/2014/main" id="{1E1A7769-8D17-F295-8A57-110E63757D30}"/>
              </a:ext>
            </a:extLst>
          </p:cNvPr>
          <p:cNvCxnSpPr/>
          <p:nvPr userDrawn="1"/>
        </p:nvCxnSpPr>
        <p:spPr bwMode="gray">
          <a:xfrm>
            <a:off x="91923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50">
            <a:extLst>
              <a:ext uri="{FF2B5EF4-FFF2-40B4-BE49-F238E27FC236}">
                <a16:creationId xmlns:a16="http://schemas.microsoft.com/office/drawing/2014/main" id="{8B0803D1-FF58-5903-1E0E-282B389F8214}"/>
              </a:ext>
            </a:extLst>
          </p:cNvPr>
          <p:cNvCxnSpPr/>
          <p:nvPr userDrawn="1"/>
        </p:nvCxnSpPr>
        <p:spPr bwMode="gray">
          <a:xfrm>
            <a:off x="106325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51">
            <a:extLst>
              <a:ext uri="{FF2B5EF4-FFF2-40B4-BE49-F238E27FC236}">
                <a16:creationId xmlns:a16="http://schemas.microsoft.com/office/drawing/2014/main" id="{457612E9-6A06-2284-2E35-01420E9D1FA2}"/>
              </a:ext>
            </a:extLst>
          </p:cNvPr>
          <p:cNvCxnSpPr/>
          <p:nvPr userDrawn="1"/>
        </p:nvCxnSpPr>
        <p:spPr bwMode="gray">
          <a:xfrm>
            <a:off x="58799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52">
            <a:extLst>
              <a:ext uri="{FF2B5EF4-FFF2-40B4-BE49-F238E27FC236}">
                <a16:creationId xmlns:a16="http://schemas.microsoft.com/office/drawing/2014/main" id="{92EDCF37-557F-F7B3-3A79-9294CD9CD8CA}"/>
              </a:ext>
            </a:extLst>
          </p:cNvPr>
          <p:cNvCxnSpPr/>
          <p:nvPr userDrawn="1"/>
        </p:nvCxnSpPr>
        <p:spPr bwMode="gray">
          <a:xfrm>
            <a:off x="443981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53">
            <a:extLst>
              <a:ext uri="{FF2B5EF4-FFF2-40B4-BE49-F238E27FC236}">
                <a16:creationId xmlns:a16="http://schemas.microsoft.com/office/drawing/2014/main" id="{A2F77116-B730-8FFA-31AF-9CEE2CAE3B93}"/>
              </a:ext>
            </a:extLst>
          </p:cNvPr>
          <p:cNvCxnSpPr/>
          <p:nvPr userDrawn="1"/>
        </p:nvCxnSpPr>
        <p:spPr bwMode="gray">
          <a:xfrm>
            <a:off x="732013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54">
            <a:extLst>
              <a:ext uri="{FF2B5EF4-FFF2-40B4-BE49-F238E27FC236}">
                <a16:creationId xmlns:a16="http://schemas.microsoft.com/office/drawing/2014/main" id="{98028A3D-FB19-68AC-4A30-FD7AA781041E}"/>
              </a:ext>
            </a:extLst>
          </p:cNvPr>
          <p:cNvCxnSpPr/>
          <p:nvPr userDrawn="1"/>
        </p:nvCxnSpPr>
        <p:spPr bwMode="gray">
          <a:xfrm>
            <a:off x="29996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55">
            <a:extLst>
              <a:ext uri="{FF2B5EF4-FFF2-40B4-BE49-F238E27FC236}">
                <a16:creationId xmlns:a16="http://schemas.microsoft.com/office/drawing/2014/main" id="{7F0AB38E-D361-ADFE-178F-F0571A1C64CF}"/>
              </a:ext>
            </a:extLst>
          </p:cNvPr>
          <p:cNvCxnSpPr/>
          <p:nvPr userDrawn="1"/>
        </p:nvCxnSpPr>
        <p:spPr bwMode="gray">
          <a:xfrm>
            <a:off x="15594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56">
            <a:extLst>
              <a:ext uri="{FF2B5EF4-FFF2-40B4-BE49-F238E27FC236}">
                <a16:creationId xmlns:a16="http://schemas.microsoft.com/office/drawing/2014/main" id="{8ED96107-86D8-3FF8-7604-B44E5AEE107A}"/>
              </a:ext>
            </a:extLst>
          </p:cNvPr>
          <p:cNvCxnSpPr/>
          <p:nvPr userDrawn="1"/>
        </p:nvCxnSpPr>
        <p:spPr bwMode="gray">
          <a:xfrm>
            <a:off x="87602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57">
            <a:extLst>
              <a:ext uri="{FF2B5EF4-FFF2-40B4-BE49-F238E27FC236}">
                <a16:creationId xmlns:a16="http://schemas.microsoft.com/office/drawing/2014/main" id="{6BD228CC-8643-AAAF-6934-C03BEE2102AA}"/>
              </a:ext>
            </a:extLst>
          </p:cNvPr>
          <p:cNvCxnSpPr/>
          <p:nvPr userDrawn="1"/>
        </p:nvCxnSpPr>
        <p:spPr bwMode="gray">
          <a:xfrm>
            <a:off x="102004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58">
            <a:extLst>
              <a:ext uri="{FF2B5EF4-FFF2-40B4-BE49-F238E27FC236}">
                <a16:creationId xmlns:a16="http://schemas.microsoft.com/office/drawing/2014/main" id="{9F96A705-7F66-FBC4-4B60-F2BA12E308DA}"/>
              </a:ext>
            </a:extLst>
          </p:cNvPr>
          <p:cNvCxnSpPr/>
          <p:nvPr userDrawn="1"/>
        </p:nvCxnSpPr>
        <p:spPr bwMode="gray">
          <a:xfrm>
            <a:off x="4793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59">
            <a:extLst>
              <a:ext uri="{FF2B5EF4-FFF2-40B4-BE49-F238E27FC236}">
                <a16:creationId xmlns:a16="http://schemas.microsoft.com/office/drawing/2014/main" id="{B8D5531A-4602-B948-25A4-8733A9A19D52}"/>
              </a:ext>
            </a:extLst>
          </p:cNvPr>
          <p:cNvCxnSpPr/>
          <p:nvPr userDrawn="1"/>
        </p:nvCxnSpPr>
        <p:spPr bwMode="gray">
          <a:xfrm>
            <a:off x="117126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60">
            <a:extLst>
              <a:ext uri="{FF2B5EF4-FFF2-40B4-BE49-F238E27FC236}">
                <a16:creationId xmlns:a16="http://schemas.microsoft.com/office/drawing/2014/main" id="{D90D9BDD-A4F3-C0FC-1111-7FB6658E5DF3}"/>
              </a:ext>
            </a:extLst>
          </p:cNvPr>
          <p:cNvCxnSpPr/>
          <p:nvPr userDrawn="1"/>
        </p:nvCxnSpPr>
        <p:spPr bwMode="gray">
          <a:xfrm>
            <a:off x="-240704" y="148478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61">
            <a:extLst>
              <a:ext uri="{FF2B5EF4-FFF2-40B4-BE49-F238E27FC236}">
                <a16:creationId xmlns:a16="http://schemas.microsoft.com/office/drawing/2014/main" id="{CACA7169-32EC-BA50-ACB8-76143E3EBE6B}"/>
              </a:ext>
            </a:extLst>
          </p:cNvPr>
          <p:cNvCxnSpPr/>
          <p:nvPr userDrawn="1"/>
        </p:nvCxnSpPr>
        <p:spPr bwMode="gray">
          <a:xfrm>
            <a:off x="-240704" y="616530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62">
            <a:extLst>
              <a:ext uri="{FF2B5EF4-FFF2-40B4-BE49-F238E27FC236}">
                <a16:creationId xmlns:a16="http://schemas.microsoft.com/office/drawing/2014/main" id="{BCA51FDF-5595-58D6-553C-41891CEF7C41}"/>
              </a:ext>
            </a:extLst>
          </p:cNvPr>
          <p:cNvCxnSpPr/>
          <p:nvPr userDrawn="1"/>
        </p:nvCxnSpPr>
        <p:spPr bwMode="gray">
          <a:xfrm>
            <a:off x="-240704" y="6021288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empower - DO NOT DELETE!!!">
            <a:extLst>
              <a:ext uri="{FF2B5EF4-FFF2-40B4-BE49-F238E27FC236}">
                <a16:creationId xmlns:a16="http://schemas.microsoft.com/office/drawing/2014/main" id="{F7CFE3E2-DFEB-A7B2-C986-3995ABB91B22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de-DE" altLang="zh-SG" sz="1200">
              <a:solidFill>
                <a:schemeClr val="tx1"/>
              </a:solidFill>
            </a:endParaRPr>
          </a:p>
        </p:txBody>
      </p:sp>
      <p:sp>
        <p:nvSpPr>
          <p:cNvPr id="48" name="en (USA)" hidden="1">
            <a:extLst>
              <a:ext uri="{FF2B5EF4-FFF2-40B4-BE49-F238E27FC236}">
                <a16:creationId xmlns:a16="http://schemas.microsoft.com/office/drawing/2014/main" id="{C6210D07-7702-228D-D6D4-6A02250A8066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de-DE" altLang="zh-SG">
                <a:solidFill>
                  <a:srgbClr val="878787"/>
                </a:solidFill>
              </a:rPr>
              <a:t>Copyright Schaeffler AG, 2024 – All rights reserved. |</a:t>
            </a:r>
          </a:p>
        </p:txBody>
      </p:sp>
      <p:sp>
        <p:nvSpPr>
          <p:cNvPr id="90" name="de">
            <a:extLst>
              <a:ext uri="{FF2B5EF4-FFF2-40B4-BE49-F238E27FC236}">
                <a16:creationId xmlns:a16="http://schemas.microsoft.com/office/drawing/2014/main" id="{F93F5F92-0B1E-0923-D808-9FC469D12DCE}"/>
              </a:ext>
            </a:extLst>
          </p:cNvPr>
          <p:cNvSpPr txBox="1"/>
          <p:nvPr userDrawn="1">
            <p:custDataLst>
              <p:tags r:id="rId28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de-DE" altLang="zh-SG">
                <a:solidFill>
                  <a:srgbClr val="878787"/>
                </a:solidFill>
              </a:rPr>
              <a:t>Copyright Schaeffler AG, 2024 – Alle Rechte vorbehalten. |</a:t>
            </a:r>
          </a:p>
        </p:txBody>
      </p:sp>
      <p:sp>
        <p:nvSpPr>
          <p:cNvPr id="47" name="po" hidden="1">
            <a:extLst>
              <a:ext uri="{FF2B5EF4-FFF2-40B4-BE49-F238E27FC236}">
                <a16:creationId xmlns:a16="http://schemas.microsoft.com/office/drawing/2014/main" id="{11593875-C117-C1D0-80E2-1CFCB7239B12}"/>
              </a:ext>
            </a:extLst>
          </p:cNvPr>
          <p:cNvSpPr txBox="1"/>
          <p:nvPr userDrawn="1">
            <p:custDataLst>
              <p:tags r:id="rId29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de-DE" altLang="zh-SG">
                <a:solidFill>
                  <a:srgbClr val="878787"/>
                </a:solidFill>
              </a:rPr>
              <a:t>Copyright Schaeffler Technologies AG &amp; Co. KG, 2024 – Todos os direitos reservados. |</a:t>
            </a:r>
          </a:p>
        </p:txBody>
      </p:sp>
      <p:sp>
        <p:nvSpPr>
          <p:cNvPr id="91" name="cn" hidden="1">
            <a:extLst>
              <a:ext uri="{FF2B5EF4-FFF2-40B4-BE49-F238E27FC236}">
                <a16:creationId xmlns:a16="http://schemas.microsoft.com/office/drawing/2014/main" id="{BB4EC6DB-3381-40A2-F1AB-8E4725A44F5C}"/>
              </a:ext>
            </a:extLst>
          </p:cNvPr>
          <p:cNvSpPr txBox="1"/>
          <p:nvPr userDrawn="1">
            <p:custDataLst>
              <p:tags r:id="rId30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zh-SG" altLang="de-DE">
                <a:solidFill>
                  <a:srgbClr val="878787"/>
                </a:solidFill>
              </a:rPr>
              <a:t>版权所有</a:t>
            </a:r>
            <a:r>
              <a:rPr lang="de-DE" altLang="zh-SG">
                <a:solidFill>
                  <a:srgbClr val="878787"/>
                </a:solidFill>
              </a:rPr>
              <a:t>Schaeffler Technologies AG &amp; Co. KG</a:t>
            </a:r>
            <a:r>
              <a:rPr lang="zh-SG" altLang="de-DE">
                <a:solidFill>
                  <a:srgbClr val="878787"/>
                </a:solidFill>
              </a:rPr>
              <a:t>保留所有权利</a:t>
            </a:r>
            <a:r>
              <a:rPr lang="de-DE" altLang="zh-SG">
                <a:solidFill>
                  <a:srgbClr val="878787"/>
                </a:solidFill>
              </a:rPr>
              <a:t>, </a:t>
            </a:r>
            <a:r>
              <a:rPr lang="zh-SG" altLang="de-DE">
                <a:solidFill>
                  <a:srgbClr val="878787"/>
                </a:solidFill>
              </a:rPr>
              <a:t>客户特殊要求</a:t>
            </a:r>
            <a:r>
              <a:rPr lang="de-DE" altLang="zh-SG">
                <a:solidFill>
                  <a:srgbClr val="878787"/>
                </a:solidFill>
              </a:rPr>
              <a:t>, </a:t>
            </a:r>
            <a:r>
              <a:rPr lang="zh-SG" altLang="de-DE">
                <a:solidFill>
                  <a:srgbClr val="878787"/>
                </a:solidFill>
              </a:rPr>
              <a:t>使用内部放行标准</a:t>
            </a:r>
            <a:r>
              <a:rPr lang="de-DE" altLang="zh-SG">
                <a:solidFill>
                  <a:srgbClr val="878787"/>
                </a:solidFill>
              </a:rPr>
              <a:t>. |</a:t>
            </a:r>
          </a:p>
        </p:txBody>
      </p:sp>
      <p:sp>
        <p:nvSpPr>
          <p:cNvPr id="92" name="en (UK)" hidden="1">
            <a:extLst>
              <a:ext uri="{FF2B5EF4-FFF2-40B4-BE49-F238E27FC236}">
                <a16:creationId xmlns:a16="http://schemas.microsoft.com/office/drawing/2014/main" id="{3EF96ECE-3444-736E-8752-EF205337AF16}"/>
              </a:ext>
            </a:extLst>
          </p:cNvPr>
          <p:cNvSpPr txBox="1"/>
          <p:nvPr userDrawn="1">
            <p:custDataLst>
              <p:tags r:id="rId31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de-DE" altLang="zh-SG">
                <a:solidFill>
                  <a:srgbClr val="878787"/>
                </a:solidFill>
              </a:rPr>
              <a:t>Copyright Schaeffler AG, 2024 – All rights reserved. |</a:t>
            </a:r>
          </a:p>
        </p:txBody>
      </p:sp>
      <p:sp>
        <p:nvSpPr>
          <p:cNvPr id="93" name="en (CN, VR)" hidden="1">
            <a:extLst>
              <a:ext uri="{FF2B5EF4-FFF2-40B4-BE49-F238E27FC236}">
                <a16:creationId xmlns:a16="http://schemas.microsoft.com/office/drawing/2014/main" id="{7C96ECF6-8007-D3A1-0CD3-D3A2DE4EC741}"/>
              </a:ext>
            </a:extLst>
          </p:cNvPr>
          <p:cNvSpPr txBox="1"/>
          <p:nvPr userDrawn="1">
            <p:custDataLst>
              <p:tags r:id="rId32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de-DE" altLang="zh-SG">
                <a:solidFill>
                  <a:srgbClr val="878787"/>
                </a:solidFill>
              </a:rPr>
              <a:t>Copyright Schaeffler Technologies AG &amp; Co. KG, 2024 – All rights reserved. |</a:t>
            </a:r>
          </a:p>
        </p:txBody>
      </p:sp>
      <p:sp>
        <p:nvSpPr>
          <p:cNvPr id="94" name="en (FR)" hidden="1">
            <a:extLst>
              <a:ext uri="{FF2B5EF4-FFF2-40B4-BE49-F238E27FC236}">
                <a16:creationId xmlns:a16="http://schemas.microsoft.com/office/drawing/2014/main" id="{6D8ED63D-2140-F1D8-00A5-4707802295E6}"/>
              </a:ext>
            </a:extLst>
          </p:cNvPr>
          <p:cNvSpPr txBox="1"/>
          <p:nvPr userDrawn="1">
            <p:custDataLst>
              <p:tags r:id="rId33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de-DE" altLang="zh-SG">
                <a:solidFill>
                  <a:srgbClr val="878787"/>
                </a:solidFill>
              </a:rPr>
              <a:t>Copyright Schaeffler Aerospace Germany GmbH &amp; Co. KG, 2024 – All rights reserved. |</a:t>
            </a:r>
          </a:p>
        </p:txBody>
      </p:sp>
      <p:sp>
        <p:nvSpPr>
          <p:cNvPr id="95" name="en (RU)" hidden="1">
            <a:extLst>
              <a:ext uri="{FF2B5EF4-FFF2-40B4-BE49-F238E27FC236}">
                <a16:creationId xmlns:a16="http://schemas.microsoft.com/office/drawing/2014/main" id="{688AD97E-86EE-9957-155B-E9E878E3DD3B}"/>
              </a:ext>
            </a:extLst>
          </p:cNvPr>
          <p:cNvSpPr txBox="1"/>
          <p:nvPr userDrawn="1">
            <p:custDataLst>
              <p:tags r:id="rId34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de-DE" altLang="zh-SG">
                <a:solidFill>
                  <a:srgbClr val="878787"/>
                </a:solidFill>
              </a:rPr>
              <a:t>Copyright Schaeffler Automotive Buehl GmbH &amp; Co. KG, 2024 – All rights reserved. |</a:t>
            </a:r>
          </a:p>
        </p:txBody>
      </p:sp>
      <p:sp>
        <p:nvSpPr>
          <p:cNvPr id="96" name="en (JPN)" hidden="1">
            <a:extLst>
              <a:ext uri="{FF2B5EF4-FFF2-40B4-BE49-F238E27FC236}">
                <a16:creationId xmlns:a16="http://schemas.microsoft.com/office/drawing/2014/main" id="{862E64FB-F6EC-141A-A145-513C5AE71A28}"/>
              </a:ext>
            </a:extLst>
          </p:cNvPr>
          <p:cNvSpPr txBox="1"/>
          <p:nvPr userDrawn="1">
            <p:custDataLst>
              <p:tags r:id="rId35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de-DE" altLang="zh-SG">
                <a:solidFill>
                  <a:srgbClr val="878787"/>
                </a:solidFill>
              </a:rPr>
              <a:t>Copyright Schaeffler Automotive Buehl GmbH &amp; Co. KG, 2024 – All rights reserved. |</a:t>
            </a:r>
          </a:p>
        </p:txBody>
      </p:sp>
      <p:sp>
        <p:nvSpPr>
          <p:cNvPr id="97" name="en (ESP)" hidden="1">
            <a:extLst>
              <a:ext uri="{FF2B5EF4-FFF2-40B4-BE49-F238E27FC236}">
                <a16:creationId xmlns:a16="http://schemas.microsoft.com/office/drawing/2014/main" id="{4FBE9ACF-0374-8A06-15F6-19F04A6EEFEB}"/>
              </a:ext>
            </a:extLst>
          </p:cNvPr>
          <p:cNvSpPr txBox="1"/>
          <p:nvPr userDrawn="1">
            <p:custDataLst>
              <p:tags r:id="rId36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de-DE" altLang="zh-SG">
                <a:solidFill>
                  <a:srgbClr val="878787"/>
                </a:solidFill>
              </a:rPr>
              <a:t>Copyright Schaeffler Automotive Buehl GmbH &amp; Co. KG, 2024 – All rights reserved. |</a:t>
            </a:r>
          </a:p>
        </p:txBody>
      </p:sp>
      <p:sp>
        <p:nvSpPr>
          <p:cNvPr id="88" name="empower - DO NOT DELETE!!!" hidden="1">
            <a:extLst>
              <a:ext uri="{FF2B5EF4-FFF2-40B4-BE49-F238E27FC236}">
                <a16:creationId xmlns:a16="http://schemas.microsoft.com/office/drawing/2014/main" id="{FB957308-AD3E-D492-B1A1-958C859A1C6B}"/>
              </a:ext>
            </a:extLst>
          </p:cNvPr>
          <p:cNvSpPr/>
          <p:nvPr userDrawn="1">
            <p:custDataLst>
              <p:tags r:id="rId37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11F7C27-63A5-DF6B-3D26-68B98BE8FE5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71337" y="6672580"/>
            <a:ext cx="4699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33916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2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  <p:sldLayoutId id="2147483823" r:id="rId19"/>
    <p:sldLayoutId id="2147483820" r:id="rId20"/>
    <p:sldLayoutId id="2147483821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72800" indent="-172800" algn="l" defTabSz="914400" rtl="0" eaLnBrk="1" latinLnBrk="0" hangingPunct="1">
        <a:lnSpc>
          <a:spcPct val="120000"/>
        </a:lnSpc>
        <a:spcBef>
          <a:spcPts val="600"/>
        </a:spcBef>
        <a:buClr>
          <a:srgbClr val="23786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45600" indent="-172800" algn="l" defTabSz="914400" rtl="0" eaLnBrk="1" latinLnBrk="0" hangingPunct="1">
        <a:lnSpc>
          <a:spcPct val="120000"/>
        </a:lnSpc>
        <a:spcBef>
          <a:spcPts val="600"/>
        </a:spcBef>
        <a:buClr>
          <a:srgbClr val="23786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302" userDrawn="1">
          <p15:clr>
            <a:srgbClr val="F26B43"/>
          </p15:clr>
        </p15:guide>
        <p15:guide id="6" pos="7378" userDrawn="1">
          <p15:clr>
            <a:srgbClr val="F26B43"/>
          </p15:clr>
        </p15:guide>
        <p15:guide id="7" orient="horz" pos="843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54.xml"/><Relationship Id="rId21" Type="http://schemas.openxmlformats.org/officeDocument/2006/relationships/tags" Target="../tags/tag49.xml"/><Relationship Id="rId34" Type="http://schemas.openxmlformats.org/officeDocument/2006/relationships/tags" Target="../tags/tag62.xml"/><Relationship Id="rId42" Type="http://schemas.openxmlformats.org/officeDocument/2006/relationships/tags" Target="../tags/tag70.xml"/><Relationship Id="rId47" Type="http://schemas.openxmlformats.org/officeDocument/2006/relationships/tags" Target="../tags/tag75.xml"/><Relationship Id="rId50" Type="http://schemas.openxmlformats.org/officeDocument/2006/relationships/tags" Target="../tags/tag78.xml"/><Relationship Id="rId55" Type="http://schemas.openxmlformats.org/officeDocument/2006/relationships/tags" Target="../tags/tag83.xml"/><Relationship Id="rId63" Type="http://schemas.openxmlformats.org/officeDocument/2006/relationships/tags" Target="../tags/tag91.xml"/><Relationship Id="rId68" Type="http://schemas.openxmlformats.org/officeDocument/2006/relationships/image" Target="../media/image1.emf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6" Type="http://schemas.openxmlformats.org/officeDocument/2006/relationships/tags" Target="../tags/tag44.xml"/><Relationship Id="rId29" Type="http://schemas.openxmlformats.org/officeDocument/2006/relationships/tags" Target="../tags/tag57.xml"/><Relationship Id="rId11" Type="http://schemas.openxmlformats.org/officeDocument/2006/relationships/tags" Target="../tags/tag39.xml"/><Relationship Id="rId24" Type="http://schemas.openxmlformats.org/officeDocument/2006/relationships/tags" Target="../tags/tag52.xml"/><Relationship Id="rId32" Type="http://schemas.openxmlformats.org/officeDocument/2006/relationships/tags" Target="../tags/tag60.xml"/><Relationship Id="rId37" Type="http://schemas.openxmlformats.org/officeDocument/2006/relationships/tags" Target="../tags/tag65.xml"/><Relationship Id="rId40" Type="http://schemas.openxmlformats.org/officeDocument/2006/relationships/tags" Target="../tags/tag68.xml"/><Relationship Id="rId45" Type="http://schemas.openxmlformats.org/officeDocument/2006/relationships/tags" Target="../tags/tag73.xml"/><Relationship Id="rId53" Type="http://schemas.openxmlformats.org/officeDocument/2006/relationships/tags" Target="../tags/tag81.xml"/><Relationship Id="rId58" Type="http://schemas.openxmlformats.org/officeDocument/2006/relationships/tags" Target="../tags/tag86.xml"/><Relationship Id="rId66" Type="http://schemas.openxmlformats.org/officeDocument/2006/relationships/notesSlide" Target="../notesSlides/notesSlide2.xml"/><Relationship Id="rId5" Type="http://schemas.openxmlformats.org/officeDocument/2006/relationships/tags" Target="../tags/tag33.xml"/><Relationship Id="rId61" Type="http://schemas.openxmlformats.org/officeDocument/2006/relationships/tags" Target="../tags/tag89.xml"/><Relationship Id="rId19" Type="http://schemas.openxmlformats.org/officeDocument/2006/relationships/tags" Target="../tags/tag47.xml"/><Relationship Id="rId14" Type="http://schemas.openxmlformats.org/officeDocument/2006/relationships/tags" Target="../tags/tag42.xml"/><Relationship Id="rId22" Type="http://schemas.openxmlformats.org/officeDocument/2006/relationships/tags" Target="../tags/tag50.xml"/><Relationship Id="rId27" Type="http://schemas.openxmlformats.org/officeDocument/2006/relationships/tags" Target="../tags/tag55.xml"/><Relationship Id="rId30" Type="http://schemas.openxmlformats.org/officeDocument/2006/relationships/tags" Target="../tags/tag58.xml"/><Relationship Id="rId35" Type="http://schemas.openxmlformats.org/officeDocument/2006/relationships/tags" Target="../tags/tag63.xml"/><Relationship Id="rId43" Type="http://schemas.openxmlformats.org/officeDocument/2006/relationships/tags" Target="../tags/tag71.xml"/><Relationship Id="rId48" Type="http://schemas.openxmlformats.org/officeDocument/2006/relationships/tags" Target="../tags/tag76.xml"/><Relationship Id="rId56" Type="http://schemas.openxmlformats.org/officeDocument/2006/relationships/tags" Target="../tags/tag84.xml"/><Relationship Id="rId64" Type="http://schemas.openxmlformats.org/officeDocument/2006/relationships/tags" Target="../tags/tag92.xml"/><Relationship Id="rId8" Type="http://schemas.openxmlformats.org/officeDocument/2006/relationships/tags" Target="../tags/tag36.xml"/><Relationship Id="rId51" Type="http://schemas.openxmlformats.org/officeDocument/2006/relationships/tags" Target="../tags/tag79.xml"/><Relationship Id="rId3" Type="http://schemas.openxmlformats.org/officeDocument/2006/relationships/tags" Target="../tags/tag31.xml"/><Relationship Id="rId12" Type="http://schemas.openxmlformats.org/officeDocument/2006/relationships/tags" Target="../tags/tag40.xml"/><Relationship Id="rId17" Type="http://schemas.openxmlformats.org/officeDocument/2006/relationships/tags" Target="../tags/tag45.xml"/><Relationship Id="rId25" Type="http://schemas.openxmlformats.org/officeDocument/2006/relationships/tags" Target="../tags/tag53.xml"/><Relationship Id="rId33" Type="http://schemas.openxmlformats.org/officeDocument/2006/relationships/tags" Target="../tags/tag61.xml"/><Relationship Id="rId38" Type="http://schemas.openxmlformats.org/officeDocument/2006/relationships/tags" Target="../tags/tag66.xml"/><Relationship Id="rId46" Type="http://schemas.openxmlformats.org/officeDocument/2006/relationships/tags" Target="../tags/tag74.xml"/><Relationship Id="rId59" Type="http://schemas.openxmlformats.org/officeDocument/2006/relationships/tags" Target="../tags/tag87.xml"/><Relationship Id="rId67" Type="http://schemas.openxmlformats.org/officeDocument/2006/relationships/oleObject" Target="../embeddings/oleObject3.bin"/><Relationship Id="rId20" Type="http://schemas.openxmlformats.org/officeDocument/2006/relationships/tags" Target="../tags/tag48.xml"/><Relationship Id="rId41" Type="http://schemas.openxmlformats.org/officeDocument/2006/relationships/tags" Target="../tags/tag69.xml"/><Relationship Id="rId54" Type="http://schemas.openxmlformats.org/officeDocument/2006/relationships/tags" Target="../tags/tag82.xml"/><Relationship Id="rId62" Type="http://schemas.openxmlformats.org/officeDocument/2006/relationships/tags" Target="../tags/tag9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5" Type="http://schemas.openxmlformats.org/officeDocument/2006/relationships/tags" Target="../tags/tag43.xml"/><Relationship Id="rId23" Type="http://schemas.openxmlformats.org/officeDocument/2006/relationships/tags" Target="../tags/tag51.xml"/><Relationship Id="rId28" Type="http://schemas.openxmlformats.org/officeDocument/2006/relationships/tags" Target="../tags/tag56.xml"/><Relationship Id="rId36" Type="http://schemas.openxmlformats.org/officeDocument/2006/relationships/tags" Target="../tags/tag64.xml"/><Relationship Id="rId49" Type="http://schemas.openxmlformats.org/officeDocument/2006/relationships/tags" Target="../tags/tag77.xml"/><Relationship Id="rId57" Type="http://schemas.openxmlformats.org/officeDocument/2006/relationships/tags" Target="../tags/tag85.xml"/><Relationship Id="rId10" Type="http://schemas.openxmlformats.org/officeDocument/2006/relationships/tags" Target="../tags/tag38.xml"/><Relationship Id="rId31" Type="http://schemas.openxmlformats.org/officeDocument/2006/relationships/tags" Target="../tags/tag59.xml"/><Relationship Id="rId44" Type="http://schemas.openxmlformats.org/officeDocument/2006/relationships/tags" Target="../tags/tag72.xml"/><Relationship Id="rId52" Type="http://schemas.openxmlformats.org/officeDocument/2006/relationships/tags" Target="../tags/tag80.xml"/><Relationship Id="rId60" Type="http://schemas.openxmlformats.org/officeDocument/2006/relationships/tags" Target="../tags/tag88.xml"/><Relationship Id="rId65" Type="http://schemas.openxmlformats.org/officeDocument/2006/relationships/slideLayout" Target="../slideLayouts/slideLayout7.xml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3" Type="http://schemas.openxmlformats.org/officeDocument/2006/relationships/tags" Target="../tags/tag41.xml"/><Relationship Id="rId18" Type="http://schemas.openxmlformats.org/officeDocument/2006/relationships/tags" Target="../tags/tag46.xml"/><Relationship Id="rId39" Type="http://schemas.openxmlformats.org/officeDocument/2006/relationships/tags" Target="../tags/tag6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723B7FD-CCDB-0461-06FB-36C9FBE49DCB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60394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4" progId="TCLayout.ActiveDocument.1">
                  <p:embed/>
                </p:oleObj>
              </mc:Choice>
              <mc:Fallback>
                <p:oleObj name="think-cell Slide" r:id="rId5" imgW="425" imgH="4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DD8D1E2F-6529-35FF-B0DF-5896DD59D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775" y="4112613"/>
            <a:ext cx="11016574" cy="792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txBody>
          <a:bodyPr vert="horz" lIns="0" tIns="0" rIns="0" bIns="0" anchor="b"/>
          <a:lstStyle/>
          <a:p>
            <a:r>
              <a:rPr lang="en-US" b="1" dirty="0">
                <a:solidFill>
                  <a:srgbClr val="2C2C2C"/>
                </a:solidFill>
                <a:latin typeface="Noto Sans"/>
                <a:ea typeface="Noto Sans"/>
                <a:cs typeface="Noto Sans"/>
              </a:rPr>
              <a:t>Model-Based Automation for Simulink Applications</a:t>
            </a:r>
            <a:endParaRPr lang="en-US" b="1" dirty="0">
              <a:solidFill>
                <a:srgbClr val="2C2C2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1432506-4F8E-1FA9-4197-941AB23E68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July 2026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7E33B87B-67D1-105B-0F71-892131A94A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rgbClr val="619685"/>
          </a:solidFill>
        </p:spPr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37FF49E-EE30-F9F2-64AA-EAE8331E60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FC36CB0-59B5-03C8-EAF9-13D37B989EAE}"/>
              </a:ext>
            </a:extLst>
          </p:cNvPr>
          <p:cNvSpPr txBox="1"/>
          <p:nvPr/>
        </p:nvSpPr>
        <p:spPr>
          <a:xfrm>
            <a:off x="479375" y="1340580"/>
            <a:ext cx="11233152" cy="2232000"/>
          </a:xfrm>
          <a:prstGeom prst="rect">
            <a:avLst/>
          </a:prstGeom>
          <a:solidFill>
            <a:srgbClr val="619685"/>
          </a:solidFill>
        </p:spPr>
        <p:txBody>
          <a:bodyPr wrap="square" lIns="0" tIns="0" rIns="288000" bIns="360000" anchor="ctr" anchorCtr="0">
            <a:noAutofit/>
          </a:bodyPr>
          <a:lstStyle/>
          <a:p>
            <a:pPr marL="0" indent="0">
              <a:lnSpc>
                <a:spcPct val="90000"/>
              </a:lnSpc>
              <a:buFont typeface="Calibri" panose="020F0502020204030204" pitchFamily="34" charset="0"/>
              <a:buNone/>
            </a:pPr>
            <a:r>
              <a:rPr lang="en-US" sz="6000" cap="all" spc="-50" dirty="0">
                <a:solidFill>
                  <a:srgbClr val="C9DAD4"/>
                </a:solidFill>
                <a:latin typeface="Noto Sans Black" panose="020B0A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MASA development plan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6518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C5F5BD34-9702-7CCC-CDD9-6B5F8D5B9F6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64282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7" imgW="425" imgH="424" progId="TCLayout.ActiveDocument.1">
                  <p:embed/>
                </p:oleObj>
              </mc:Choice>
              <mc:Fallback>
                <p:oleObj name="think-cell Slide" r:id="rId67" imgW="425" imgH="4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86EE4760-D988-4BB9-442F-A6A3F49F5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altLang="zh-CN" dirty="0"/>
              <a:t>Model-Based Automation for Simulink Applications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9D1C2E-3107-4543-F3D8-A2305F9F90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MASA development plan</a:t>
            </a:r>
          </a:p>
        </p:txBody>
      </p:sp>
      <p:sp>
        <p:nvSpPr>
          <p:cNvPr id="62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3151188" y="1258888"/>
            <a:ext cx="260191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936B1A1-6704-4964-9FA5-F8BE13203582}" type="datetime'''''''''''''''''''''''''J''''u''''''''''l'''''''''''''''''''''">
              <a:rPr lang="en-US" altLang="en-US" b="1" smtClean="0">
                <a:effectLst/>
              </a:rPr>
              <a:pPr/>
              <a:t>Jul</a:t>
            </a:fld>
            <a:endParaRPr lang="en-US" altLang="zh-SG" b="1" dirty="0"/>
          </a:p>
        </p:txBody>
      </p:sp>
      <p:sp>
        <p:nvSpPr>
          <p:cNvPr id="63" name="Content">
            <a:extLst>
              <a:ext uri="{FF2B5EF4-FFF2-40B4-BE49-F238E27FC236}">
                <a16:creationId xmlns:a16="http://schemas.microsoft.com/office/drawing/2014/main" id="{DB336FEB-F41F-05ED-CD81-71CC3558E62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753100" y="1258888"/>
            <a:ext cx="260032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069FF45-FFCC-49B8-8110-3AEAD823E404}" type="datetime'''''A''''''''''''''''''''''u''''''''''''''''''g'">
              <a:rPr lang="en-US" altLang="en-US" b="1" smtClean="0"/>
              <a:pPr/>
              <a:t>Aug</a:t>
            </a:fld>
            <a:endParaRPr lang="en-US" altLang="zh-SG" b="1" dirty="0"/>
          </a:p>
        </p:txBody>
      </p:sp>
      <p:sp>
        <p:nvSpPr>
          <p:cNvPr id="384" name="Content">
            <a:extLst>
              <a:ext uri="{FF2B5EF4-FFF2-40B4-BE49-F238E27FC236}">
                <a16:creationId xmlns:a16="http://schemas.microsoft.com/office/drawing/2014/main" id="{252E9693-306C-E064-DDD4-BC4502A8FCB7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8353425" y="1258888"/>
            <a:ext cx="25177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5E5F024-6400-48F2-8C39-069686D778E5}" type="datetime'''''''''''''''''''''''S''''''''''''''e''p'''''''''''''''''''''">
              <a:rPr lang="en-US" altLang="en-US" b="1" smtClean="0"/>
              <a:pPr/>
              <a:t>Sep</a:t>
            </a:fld>
            <a:endParaRPr lang="en-US" altLang="zh-SG" b="1" dirty="0"/>
          </a:p>
        </p:txBody>
      </p:sp>
      <p:sp>
        <p:nvSpPr>
          <p:cNvPr id="48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3151188" y="1519238"/>
            <a:ext cx="3349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019AA74-52D3-4712-93A1-10CB47A77B2F}" type="datetime'''''''2''''''''''8.'''''''''''''''''''''''''''''''''''''">
              <a:rPr lang="en-US" altLang="en-US" b="1" smtClean="0">
                <a:effectLst/>
              </a:rPr>
              <a:pPr/>
              <a:t>28.</a:t>
            </a:fld>
            <a:endParaRPr lang="en-US" altLang="zh-SG" b="1" dirty="0"/>
          </a:p>
        </p:txBody>
      </p:sp>
      <p:sp>
        <p:nvSpPr>
          <p:cNvPr id="49" name="Content">
            <a:extLst>
              <a:ext uri="{FF2B5EF4-FFF2-40B4-BE49-F238E27FC236}">
                <a16:creationId xmlns:a16="http://schemas.microsoft.com/office/drawing/2014/main" id="{672EEDCB-6046-3A6C-BF15-B8A05BFD0FB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3486150" y="1519238"/>
            <a:ext cx="5873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02BFD5D-33F4-4B1B-AD62-E897985053ED}" type="datetime'''0''''''''''''''''5''''''''''''''''''.'''''''">
              <a:rPr lang="en-US" altLang="en-US" b="1" smtClean="0"/>
              <a:pPr/>
              <a:t>05.</a:t>
            </a:fld>
            <a:endParaRPr lang="en-US" altLang="zh-SG" b="1" dirty="0"/>
          </a:p>
        </p:txBody>
      </p:sp>
      <p:sp>
        <p:nvSpPr>
          <p:cNvPr id="50" name="Content">
            <a:extLst>
              <a:ext uri="{FF2B5EF4-FFF2-40B4-BE49-F238E27FC236}">
                <a16:creationId xmlns:a16="http://schemas.microsoft.com/office/drawing/2014/main" id="{F2D8F6FC-7CA5-99F0-067D-68CD7E0DCC6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4073525" y="1519238"/>
            <a:ext cx="5873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7CFE80D-8409-4783-86BB-233B1DF40509}" type="datetime'''''''1''2''''''''''''''''''''.'''''''''''''''''">
              <a:rPr lang="en-US" altLang="en-US" b="1" smtClean="0"/>
              <a:pPr/>
              <a:t>12.</a:t>
            </a:fld>
            <a:endParaRPr lang="en-US" altLang="zh-SG" b="1" dirty="0"/>
          </a:p>
        </p:txBody>
      </p:sp>
      <p:sp>
        <p:nvSpPr>
          <p:cNvPr id="51" name="Content">
            <a:extLst>
              <a:ext uri="{FF2B5EF4-FFF2-40B4-BE49-F238E27FC236}">
                <a16:creationId xmlns:a16="http://schemas.microsoft.com/office/drawing/2014/main" id="{9AD21B6B-FEB3-E4D8-ADD5-9C9173910F3B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4660900" y="1519238"/>
            <a:ext cx="5873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0140986-AE94-4508-B5BE-5AC1631BCBAF}" type="datetime'''''''''''''''''''''1''9.'''''''''''''''">
              <a:rPr lang="en-US" altLang="en-US" b="1" smtClean="0"/>
              <a:pPr/>
              <a:t>19.</a:t>
            </a:fld>
            <a:endParaRPr lang="en-US" altLang="zh-SG" b="1" dirty="0"/>
          </a:p>
        </p:txBody>
      </p:sp>
      <p:sp>
        <p:nvSpPr>
          <p:cNvPr id="52" name="Content">
            <a:extLst>
              <a:ext uri="{FF2B5EF4-FFF2-40B4-BE49-F238E27FC236}">
                <a16:creationId xmlns:a16="http://schemas.microsoft.com/office/drawing/2014/main" id="{2EC7487A-AF21-ADEA-06FD-D2B76075D96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5248275" y="1519238"/>
            <a:ext cx="5873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183F6E95-CEB1-4362-9FBB-8D058690AF2B}" type="datetime'''''''2''''''6''''''''''''''''''''''''''.'''''''''''">
              <a:rPr lang="en-US" altLang="en-US" b="1" smtClean="0"/>
              <a:pPr/>
              <a:t>26.</a:t>
            </a:fld>
            <a:endParaRPr lang="en-US" altLang="zh-SG" b="1" dirty="0"/>
          </a:p>
        </p:txBody>
      </p:sp>
      <p:sp>
        <p:nvSpPr>
          <p:cNvPr id="53" name="Content">
            <a:extLst>
              <a:ext uri="{FF2B5EF4-FFF2-40B4-BE49-F238E27FC236}">
                <a16:creationId xmlns:a16="http://schemas.microsoft.com/office/drawing/2014/main" id="{3B0295EA-C075-F13F-D7A5-CD0474281B6E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5835650" y="1519238"/>
            <a:ext cx="5873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7F579-D417-434E-82D5-66810F34FEF0}" type="datetime'''''''''''''0''''''''''''2.'''''''''''''''''''''''''">
              <a:rPr lang="en-US" altLang="en-US" b="1" smtClean="0"/>
              <a:pPr/>
              <a:t>02.</a:t>
            </a:fld>
            <a:endParaRPr lang="en-US" altLang="zh-SG" b="1" dirty="0"/>
          </a:p>
        </p:txBody>
      </p:sp>
      <p:sp>
        <p:nvSpPr>
          <p:cNvPr id="54" name="Content">
            <a:extLst>
              <a:ext uri="{FF2B5EF4-FFF2-40B4-BE49-F238E27FC236}">
                <a16:creationId xmlns:a16="http://schemas.microsoft.com/office/drawing/2014/main" id="{860F779A-36A8-9906-1E40-383C88306A7E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423025" y="1519238"/>
            <a:ext cx="5889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5AAB17E-45FE-42B8-9D28-ADE72C5F8F63}" type="datetime'''0''''''9''''''''''''''''''''''''''''''''''''.'''''''''''">
              <a:rPr lang="en-US" altLang="en-US" b="1" smtClean="0"/>
              <a:pPr/>
              <a:t>09.</a:t>
            </a:fld>
            <a:endParaRPr lang="en-US" altLang="zh-SG" b="1" dirty="0"/>
          </a:p>
        </p:txBody>
      </p:sp>
      <p:sp>
        <p:nvSpPr>
          <p:cNvPr id="55" name="Content">
            <a:extLst>
              <a:ext uri="{FF2B5EF4-FFF2-40B4-BE49-F238E27FC236}">
                <a16:creationId xmlns:a16="http://schemas.microsoft.com/office/drawing/2014/main" id="{B1D17E7F-829C-B2ED-242B-E2DAE600310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011988" y="1519238"/>
            <a:ext cx="5873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81DB7EB2-C0F7-4C43-93B1-3FB024DAE2C0}" type="datetime'''''''''''''''''''''''''''1''''''''6''.'''''''''">
              <a:rPr lang="en-US" altLang="en-US" b="1" smtClean="0"/>
              <a:pPr/>
              <a:t>16.</a:t>
            </a:fld>
            <a:endParaRPr lang="en-US" altLang="zh-SG" b="1" dirty="0"/>
          </a:p>
        </p:txBody>
      </p:sp>
      <p:sp>
        <p:nvSpPr>
          <p:cNvPr id="56" name="Content">
            <a:extLst>
              <a:ext uri="{FF2B5EF4-FFF2-40B4-BE49-F238E27FC236}">
                <a16:creationId xmlns:a16="http://schemas.microsoft.com/office/drawing/2014/main" id="{A9C68CA8-9844-D414-4DC3-449A7A6B5BF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7599363" y="1519238"/>
            <a:ext cx="5873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312ABD4-8BCD-448E-9298-4C50FA81B74F}" type="datetime'''23''''''''''''''''''''''''''''''''.'''''">
              <a:rPr lang="en-US" altLang="en-US" b="1" smtClean="0"/>
              <a:pPr/>
              <a:t>23.</a:t>
            </a:fld>
            <a:endParaRPr lang="en-US" altLang="zh-SG" b="1" dirty="0"/>
          </a:p>
        </p:txBody>
      </p:sp>
      <p:sp>
        <p:nvSpPr>
          <p:cNvPr id="57" name="Content">
            <a:extLst>
              <a:ext uri="{FF2B5EF4-FFF2-40B4-BE49-F238E27FC236}">
                <a16:creationId xmlns:a16="http://schemas.microsoft.com/office/drawing/2014/main" id="{2A34BE15-E54F-1F33-A624-ED1711651597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8186738" y="1519238"/>
            <a:ext cx="5873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7386A3E-D162-4C6E-961B-032D828858DE}" type="datetime'''''''''''''''''''''3''''''''''''''0''''''''.'''''''''">
              <a:rPr lang="en-US" altLang="en-US" b="1" smtClean="0"/>
              <a:pPr/>
              <a:t>30.</a:t>
            </a:fld>
            <a:endParaRPr lang="en-US" altLang="zh-SG" b="1" dirty="0"/>
          </a:p>
        </p:txBody>
      </p:sp>
      <p:sp>
        <p:nvSpPr>
          <p:cNvPr id="58" name="Content">
            <a:extLst>
              <a:ext uri="{FF2B5EF4-FFF2-40B4-BE49-F238E27FC236}">
                <a16:creationId xmlns:a16="http://schemas.microsoft.com/office/drawing/2014/main" id="{DA40639D-E901-90FB-856C-C3B3AD516BC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8774113" y="1519238"/>
            <a:ext cx="5873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4E730FB-4C08-4A4B-873E-E86D6E35F3AE}" type="datetime'0''''''''''''''''''''6''''''''''''''''''.'''''''''''''''''''">
              <a:rPr lang="en-US" altLang="en-US" b="1" smtClean="0"/>
              <a:pPr/>
              <a:t>06.</a:t>
            </a:fld>
            <a:endParaRPr lang="en-US" altLang="zh-SG" b="1" dirty="0"/>
          </a:p>
        </p:txBody>
      </p:sp>
      <p:sp>
        <p:nvSpPr>
          <p:cNvPr id="59" name="Content">
            <a:extLst>
              <a:ext uri="{FF2B5EF4-FFF2-40B4-BE49-F238E27FC236}">
                <a16:creationId xmlns:a16="http://schemas.microsoft.com/office/drawing/2014/main" id="{970BBB39-E01B-D198-5F18-EA6A18BF631F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361488" y="1519238"/>
            <a:ext cx="5873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AAB834D4-60BE-424A-A52D-84DE26368D7C}" type="datetime'''''''''''1''''''''''''''''3''''''''''''''''.'''''''''''">
              <a:rPr lang="en-US" altLang="en-US" b="1" smtClean="0"/>
              <a:pPr/>
              <a:t>13.</a:t>
            </a:fld>
            <a:endParaRPr lang="en-US" altLang="zh-SG" b="1" dirty="0"/>
          </a:p>
        </p:txBody>
      </p:sp>
      <p:sp>
        <p:nvSpPr>
          <p:cNvPr id="60" name="Content">
            <a:extLst>
              <a:ext uri="{FF2B5EF4-FFF2-40B4-BE49-F238E27FC236}">
                <a16:creationId xmlns:a16="http://schemas.microsoft.com/office/drawing/2014/main" id="{7B6EAAC8-C50C-50AB-3049-C915086E9740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948863" y="1519238"/>
            <a:ext cx="5873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AF15140-4FEB-431B-A935-4FD95E990847}" type="datetime'''''''''''''''''2''''0''''''''.'''''''''''">
              <a:rPr lang="en-US" altLang="en-US" b="1" smtClean="0"/>
              <a:pPr/>
              <a:t>20.</a:t>
            </a:fld>
            <a:endParaRPr lang="en-US" altLang="zh-SG" b="1" dirty="0"/>
          </a:p>
        </p:txBody>
      </p:sp>
      <p:sp>
        <p:nvSpPr>
          <p:cNvPr id="61" name="Content">
            <a:extLst>
              <a:ext uri="{FF2B5EF4-FFF2-40B4-BE49-F238E27FC236}">
                <a16:creationId xmlns:a16="http://schemas.microsoft.com/office/drawing/2014/main" id="{AD54C80F-6673-C59F-669A-94773BB7875B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10536238" y="1519238"/>
            <a:ext cx="3349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0638" rIns="0" bIns="20638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04E3012-0433-4022-A9AF-42DEB29FA891}" type="datetime'''''''''''27''''''''.'''''''''''''''''''''''''''''''''''''''''">
              <a:rPr lang="en-US" altLang="en-US" b="1" smtClean="0"/>
              <a:pPr/>
              <a:t>27.</a:t>
            </a:fld>
            <a:endParaRPr lang="en-US" altLang="zh-SG" b="1" dirty="0"/>
          </a:p>
        </p:txBody>
      </p:sp>
      <p:cxnSp>
        <p:nvCxnSpPr>
          <p:cNvPr id="392" name="Straight Connector 391">
            <a:extLst>
              <a:ext uri="{FF2B5EF4-FFF2-40B4-BE49-F238E27FC236}">
                <a16:creationId xmlns:a16="http://schemas.microsoft.com/office/drawing/2014/main" id="{100A4BBD-80C4-767B-C62F-9F6DDBF79FC0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 flipH="1">
            <a:off x="3151188" y="1519238"/>
            <a:ext cx="254635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1B294AB2-F40E-DD81-9F3B-A5A095D99700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 flipH="1">
            <a:off x="5753100" y="1519238"/>
            <a:ext cx="25447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4" name="Straight Connector 393">
            <a:extLst>
              <a:ext uri="{FF2B5EF4-FFF2-40B4-BE49-F238E27FC236}">
                <a16:creationId xmlns:a16="http://schemas.microsoft.com/office/drawing/2014/main" id="{2139238A-48A7-9953-960C-DE3863FE4885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 flipH="1">
            <a:off x="8353425" y="1519238"/>
            <a:ext cx="2517775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C8270B6E-F31C-7052-4D63-674636515204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3151188" y="1779588"/>
            <a:ext cx="0" cy="3300412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BEA6AD74-C039-39B4-2AB3-73C3CA480FF5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8353425" y="1779588"/>
            <a:ext cx="0" cy="330041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D22F5E5A-657B-76BB-E7F2-034F6A27EB94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5753100" y="1779588"/>
            <a:ext cx="0" cy="330041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00F20AF8-B3C5-FBF4-3ACF-42CB51575048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10871200" y="1779588"/>
            <a:ext cx="0" cy="3300412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33E261D9-5678-12AF-0ADD-BF215320094E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6423025" y="1779588"/>
            <a:ext cx="0" cy="330041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356EC096-435E-AA70-E13E-18102B15827B}"/>
              </a:ext>
            </a:extLst>
          </p:cNvPr>
          <p:cNvCxnSpPr/>
          <p:nvPr>
            <p:custDataLst>
              <p:tags r:id="rId27"/>
            </p:custDataLst>
          </p:nvPr>
        </p:nvCxnSpPr>
        <p:spPr bwMode="auto">
          <a:xfrm>
            <a:off x="7011988" y="1779588"/>
            <a:ext cx="0" cy="330041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29E7AFA9-45B4-69BE-7218-6AD97FB45ABB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7599363" y="1779588"/>
            <a:ext cx="0" cy="330041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46ADA757-01E6-F91F-1942-0B8BF855CC4D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>
            <a:off x="8186738" y="1779588"/>
            <a:ext cx="0" cy="330041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65AF3DAA-525F-25B9-04AB-3BC5B99AFAF9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>
            <a:off x="9361488" y="1779588"/>
            <a:ext cx="0" cy="330041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7C0B079C-7494-D0B4-1986-C6657D34B977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>
            <a:off x="9948863" y="1779588"/>
            <a:ext cx="0" cy="330041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ED9155D7-8C06-E168-8F80-9432453EC9A2}"/>
              </a:ext>
            </a:extLst>
          </p:cNvPr>
          <p:cNvCxnSpPr/>
          <p:nvPr>
            <p:custDataLst>
              <p:tags r:id="rId32"/>
            </p:custDataLst>
          </p:nvPr>
        </p:nvCxnSpPr>
        <p:spPr bwMode="auto">
          <a:xfrm>
            <a:off x="10536238" y="1779588"/>
            <a:ext cx="0" cy="330041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856366A7-5B66-EEC5-E020-8A8042CBAA42}"/>
              </a:ext>
            </a:extLst>
          </p:cNvPr>
          <p:cNvCxnSpPr/>
          <p:nvPr>
            <p:custDataLst>
              <p:tags r:id="rId33"/>
            </p:custDataLst>
          </p:nvPr>
        </p:nvCxnSpPr>
        <p:spPr bwMode="auto">
          <a:xfrm>
            <a:off x="8774113" y="1779588"/>
            <a:ext cx="0" cy="330041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D101CD9B-F323-47DA-ED86-6E388F33A36B}"/>
              </a:ext>
            </a:extLst>
          </p:cNvPr>
          <p:cNvCxnSpPr/>
          <p:nvPr>
            <p:custDataLst>
              <p:tags r:id="rId34"/>
            </p:custDataLst>
          </p:nvPr>
        </p:nvCxnSpPr>
        <p:spPr bwMode="auto">
          <a:xfrm>
            <a:off x="3486150" y="1779588"/>
            <a:ext cx="0" cy="330041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B64893A7-37C1-2E5B-29BC-6853BE094200}"/>
              </a:ext>
            </a:extLst>
          </p:cNvPr>
          <p:cNvCxnSpPr/>
          <p:nvPr>
            <p:custDataLst>
              <p:tags r:id="rId35"/>
            </p:custDataLst>
          </p:nvPr>
        </p:nvCxnSpPr>
        <p:spPr bwMode="auto">
          <a:xfrm>
            <a:off x="4073525" y="1779588"/>
            <a:ext cx="0" cy="330041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3F111D87-88F4-4E18-6978-2E358E934F00}"/>
              </a:ext>
            </a:extLst>
          </p:cNvPr>
          <p:cNvCxnSpPr/>
          <p:nvPr>
            <p:custDataLst>
              <p:tags r:id="rId36"/>
            </p:custDataLst>
          </p:nvPr>
        </p:nvCxnSpPr>
        <p:spPr bwMode="auto">
          <a:xfrm>
            <a:off x="4660900" y="1779588"/>
            <a:ext cx="0" cy="330041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2BFD68FB-EFD7-DE41-39A9-61714AB13E4D}"/>
              </a:ext>
            </a:extLst>
          </p:cNvPr>
          <p:cNvCxnSpPr/>
          <p:nvPr>
            <p:custDataLst>
              <p:tags r:id="rId37"/>
            </p:custDataLst>
          </p:nvPr>
        </p:nvCxnSpPr>
        <p:spPr bwMode="auto">
          <a:xfrm>
            <a:off x="5248275" y="1779588"/>
            <a:ext cx="0" cy="330041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1" name="Straight Connector 400">
            <a:extLst>
              <a:ext uri="{FF2B5EF4-FFF2-40B4-BE49-F238E27FC236}">
                <a16:creationId xmlns:a16="http://schemas.microsoft.com/office/drawing/2014/main" id="{31ACB869-4DCB-93ED-421B-5FCA9FAE5E84}"/>
              </a:ext>
            </a:extLst>
          </p:cNvPr>
          <p:cNvCxnSpPr/>
          <p:nvPr>
            <p:custDataLst>
              <p:tags r:id="rId38"/>
            </p:custDataLst>
          </p:nvPr>
        </p:nvCxnSpPr>
        <p:spPr bwMode="auto">
          <a:xfrm>
            <a:off x="5835650" y="1779588"/>
            <a:ext cx="0" cy="330041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2A0BA11C-499D-8AF0-45C0-8BA782FB27F5}"/>
              </a:ext>
            </a:extLst>
          </p:cNvPr>
          <p:cNvCxnSpPr/>
          <p:nvPr>
            <p:custDataLst>
              <p:tags r:id="rId39"/>
            </p:custDataLst>
          </p:nvPr>
        </p:nvCxnSpPr>
        <p:spPr bwMode="auto">
          <a:xfrm>
            <a:off x="711200" y="2879725"/>
            <a:ext cx="10160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53C0CD22-BFDE-16D6-C981-FA17313548C4}"/>
              </a:ext>
            </a:extLst>
          </p:cNvPr>
          <p:cNvCxnSpPr/>
          <p:nvPr>
            <p:custDataLst>
              <p:tags r:id="rId40"/>
            </p:custDataLst>
          </p:nvPr>
        </p:nvCxnSpPr>
        <p:spPr bwMode="auto">
          <a:xfrm>
            <a:off x="711200" y="3979863"/>
            <a:ext cx="10160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9DE60BBC-A1BC-EB83-BFB0-E5D0C2E69681}"/>
              </a:ext>
            </a:extLst>
          </p:cNvPr>
          <p:cNvCxnSpPr/>
          <p:nvPr>
            <p:custDataLst>
              <p:tags r:id="rId41"/>
            </p:custDataLst>
          </p:nvPr>
        </p:nvCxnSpPr>
        <p:spPr bwMode="auto">
          <a:xfrm>
            <a:off x="711200" y="5080000"/>
            <a:ext cx="101600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18AB5738-B66A-57B8-2F6E-D741A01CBB8A}"/>
              </a:ext>
            </a:extLst>
          </p:cNvPr>
          <p:cNvCxnSpPr/>
          <p:nvPr>
            <p:custDataLst>
              <p:tags r:id="rId42"/>
            </p:custDataLst>
          </p:nvPr>
        </p:nvCxnSpPr>
        <p:spPr bwMode="auto">
          <a:xfrm>
            <a:off x="4325938" y="1779588"/>
            <a:ext cx="0" cy="346710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E8E083C2-DB4D-E105-AE48-202AC2DDC8EB}"/>
              </a:ext>
            </a:extLst>
          </p:cNvPr>
          <p:cNvCxnSpPr/>
          <p:nvPr>
            <p:custDataLst>
              <p:tags r:id="rId43"/>
            </p:custDataLst>
          </p:nvPr>
        </p:nvCxnSpPr>
        <p:spPr bwMode="auto">
          <a:xfrm>
            <a:off x="711200" y="1779588"/>
            <a:ext cx="101600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8" name="Rectangle 387">
            <a:extLst>
              <a:ext uri="{FF2B5EF4-FFF2-40B4-BE49-F238E27FC236}">
                <a16:creationId xmlns:a16="http://schemas.microsoft.com/office/drawing/2014/main" id="{93B0AD4C-FB71-75CB-3763-0937D39CC66A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570288" y="2039938"/>
            <a:ext cx="1008063" cy="984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C795392-D187-98D6-EF75-249CA4E01D7B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5919788" y="3140075"/>
            <a:ext cx="1595438" cy="98425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dash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tx1"/>
                </a:solidFill>
                <a:prstDash val="dash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3E90C61C-D2EC-6000-76CF-ECA7B4F3726D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4745038" y="3624263"/>
            <a:ext cx="1008063" cy="98425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dash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tx1"/>
                </a:solidFill>
                <a:prstDash val="dash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E6C5E49D-D214-5BEE-CE82-54F8F2D56CCF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7094538" y="4240213"/>
            <a:ext cx="1595438" cy="984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289449-4E2E-8BB2-787B-641BA7F4E74D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8856663" y="4724400"/>
            <a:ext cx="1595438" cy="984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F25FA1BF-8522-A429-F4EB-696EC9BD3234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4745038" y="2524125"/>
            <a:ext cx="1008063" cy="98425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dash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tx1"/>
                </a:solidFill>
                <a:prstDash val="dash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6" name="Isosceles Triangle 385">
            <a:extLst>
              <a:ext uri="{FF2B5EF4-FFF2-40B4-BE49-F238E27FC236}">
                <a16:creationId xmlns:a16="http://schemas.microsoft.com/office/drawing/2014/main" id="{F8271048-8B47-BD0E-846D-992B203367FC}"/>
              </a:ext>
            </a:extLst>
          </p:cNvPr>
          <p:cNvSpPr/>
          <p:nvPr>
            <p:custDataLst>
              <p:tags r:id="rId50"/>
            </p:custDataLst>
          </p:nvPr>
        </p:nvSpPr>
        <p:spPr bwMode="gray">
          <a:xfrm>
            <a:off x="4268788" y="5189538"/>
            <a:ext cx="114300" cy="114300"/>
          </a:xfrm>
          <a:prstGeom prst="triangle">
            <a:avLst/>
          </a:prstGeom>
          <a:solidFill>
            <a:schemeClr val="tx1"/>
          </a:solidFill>
          <a:ln w="9525" cmpd="sng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5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auto">
          <a:xfrm>
            <a:off x="3967163" y="5326063"/>
            <a:ext cx="719138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84D8AA6-A76B-4F76-92AE-2FF66F3F7702}" type="datetime'''7''''/''''''''15''''/''''''''''''2''''0''''''''''2''''''6'''">
              <a:rPr lang="en-US" altLang="en-US" smtClean="0">
                <a:effectLst/>
              </a:rPr>
              <a:pPr/>
              <a:t>7/15/2026</a:t>
            </a:fld>
            <a:endParaRPr lang="en-US" altLang="zh-SG" dirty="0"/>
          </a:p>
        </p:txBody>
      </p:sp>
      <p:sp useBgFill="1">
        <p:nvSpPr>
          <p:cNvPr id="479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auto">
          <a:xfrm>
            <a:off x="3330575" y="2155825"/>
            <a:ext cx="1485900" cy="219075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AEBD705-8BB1-428C-833F-CDDB737AEAB6}" type="datetime'''''''''7''/''6''''''''''/20''''''''''''''26'">
              <a:rPr lang="en-US" altLang="en-US" smtClean="0">
                <a:effectLst/>
              </a:rPr>
              <a:pPr/>
              <a:t>7/6/2026</a:t>
            </a:fld>
            <a:r>
              <a:rPr lang="en-US" altLang="en-US">
                <a:effectLst/>
              </a:rPr>
              <a:t> - </a:t>
            </a:r>
            <a:fld id="{771A539B-2FFE-46C4-8E86-7AEC4F4E97B5}" type="datetime'''''''''''7''/''''''17/''20''''''''''''2''''''''''''6'''''">
              <a:rPr lang="en-US" altLang="en-US" smtClean="0">
                <a:effectLst/>
              </a:rPr>
              <a:pPr/>
              <a:t>7/17/2026</a:t>
            </a:fld>
            <a:endParaRPr lang="en-US" altLang="zh-SG" dirty="0"/>
          </a:p>
        </p:txBody>
      </p:sp>
      <p:sp>
        <p:nvSpPr>
          <p:cNvPr id="30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/>
          </p:cNvSpPr>
          <p:nvPr>
            <p:custDataLst>
              <p:tags r:id="rId53"/>
            </p:custDataLst>
          </p:nvPr>
        </p:nvSpPr>
        <p:spPr bwMode="auto">
          <a:xfrm>
            <a:off x="711199" y="1978025"/>
            <a:ext cx="1697038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effectLst/>
              </a:rPr>
              <a:t>AI build Simulink model</a:t>
            </a:r>
            <a:endParaRPr lang="en-US" altLang="zh-SG" dirty="0"/>
          </a:p>
        </p:txBody>
      </p:sp>
      <p:sp useBgFill="1">
        <p:nvSpPr>
          <p:cNvPr id="481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/>
          </p:cNvSpPr>
          <p:nvPr>
            <p:custDataLst>
              <p:tags r:id="rId54"/>
            </p:custDataLst>
          </p:nvPr>
        </p:nvSpPr>
        <p:spPr bwMode="auto">
          <a:xfrm>
            <a:off x="4464050" y="2640013"/>
            <a:ext cx="1570038" cy="219075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633528-581B-472A-8D69-2A266E2D2F3F}" type="datetime'''7/''2''''''''''''0''''/2''''''''''''''0''''''''''''''''26'''">
              <a:rPr lang="en-US" altLang="en-US" smtClean="0">
                <a:effectLst/>
              </a:rPr>
              <a:pPr/>
              <a:t>7/20/2026</a:t>
            </a:fld>
            <a:r>
              <a:rPr lang="en-US" altLang="en-US">
                <a:effectLst/>
              </a:rPr>
              <a:t> - </a:t>
            </a:r>
            <a:fld id="{5BE5A692-9024-492E-BC7D-65CFE4EAF2BD}" type="datetime'''''''7''''/''''3''''''''1''''''''/2''02''''''''6'''''''">
              <a:rPr lang="en-US" altLang="en-US" smtClean="0">
                <a:effectLst/>
              </a:rPr>
              <a:pPr/>
              <a:t>7/31/2026</a:t>
            </a:fld>
            <a:endParaRPr lang="en-US" altLang="zh-SG" dirty="0"/>
          </a:p>
        </p:txBody>
      </p:sp>
      <p:sp useBgFill="1">
        <p:nvSpPr>
          <p:cNvPr id="483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5973763" y="3255963"/>
            <a:ext cx="1485900" cy="219075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FDF782-CB77-4ECF-9E90-B3AE61F03083}" type="datetime'''''''''''8/''''''3/''''''''''''2''''''''0''''''''''''''2''6'">
              <a:rPr lang="en-US" altLang="en-US" smtClean="0">
                <a:effectLst/>
              </a:rPr>
              <a:pPr/>
              <a:t>8/3/2026</a:t>
            </a:fld>
            <a:r>
              <a:rPr lang="en-US" altLang="en-US">
                <a:effectLst/>
              </a:rPr>
              <a:t> - </a:t>
            </a:r>
            <a:fld id="{6DEC870E-952F-46D9-996C-3B2B9B111407}" type="datetime'''''''''''''''''''''''8''''''''''/''''''''2''1''''/''202''''6'">
              <a:rPr lang="en-US" altLang="en-US" smtClean="0">
                <a:effectLst/>
              </a:rPr>
              <a:pPr/>
              <a:t>8/21/2026</a:t>
            </a:fld>
            <a:endParaRPr lang="en-US" altLang="zh-SG" dirty="0"/>
          </a:p>
        </p:txBody>
      </p:sp>
      <p:sp useBgFill="1">
        <p:nvSpPr>
          <p:cNvPr id="485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4464050" y="3740150"/>
            <a:ext cx="1570038" cy="219075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8D254722-CAA2-43AC-9AA7-D82820BEED45}" type="datetime'''''7''''/''''''2''0''''/2''''''''''''026'">
              <a:rPr lang="en-US" altLang="en-US" smtClean="0">
                <a:effectLst/>
              </a:rPr>
              <a:pPr/>
              <a:t>7/20/2026</a:t>
            </a:fld>
            <a:r>
              <a:rPr lang="en-US" altLang="en-US">
                <a:effectLst/>
              </a:rPr>
              <a:t> - </a:t>
            </a:r>
            <a:fld id="{D950E462-5037-4D7B-8445-322B423C6CA4}" type="datetime'''''''''''''''''''''7/''31''/2''''''''''0''''''2''''''6'''">
              <a:rPr lang="en-US" altLang="en-US" smtClean="0">
                <a:effectLst/>
              </a:rPr>
              <a:pPr/>
              <a:t>7/31/2026</a:t>
            </a:fld>
            <a:endParaRPr lang="en-US" altLang="zh-SG" dirty="0"/>
          </a:p>
        </p:txBody>
      </p:sp>
      <p:sp>
        <p:nvSpPr>
          <p:cNvPr id="33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 bwMode="auto">
          <a:xfrm>
            <a:off x="711198" y="3562350"/>
            <a:ext cx="214947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/>
              </a:rPr>
              <a:t>Generate SDD documentation</a:t>
            </a:r>
            <a:endParaRPr lang="en-US" altLang="zh-SG" dirty="0"/>
          </a:p>
        </p:txBody>
      </p:sp>
      <p:sp useBgFill="1">
        <p:nvSpPr>
          <p:cNvPr id="486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/>
          </p:cNvSpPr>
          <p:nvPr>
            <p:custDataLst>
              <p:tags r:id="rId58"/>
            </p:custDataLst>
          </p:nvPr>
        </p:nvSpPr>
        <p:spPr bwMode="auto">
          <a:xfrm>
            <a:off x="7148513" y="4356100"/>
            <a:ext cx="1485900" cy="219075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9E12B4E-D701-4691-9AA5-8E85FA3D3E36}" type="datetime'8/''''1''''''7''''''''''''''''''''''/''2''''''''0''''''26'''">
              <a:rPr lang="en-US" altLang="en-US" smtClean="0">
                <a:effectLst/>
              </a:rPr>
              <a:pPr/>
              <a:t>8/17/2026</a:t>
            </a:fld>
            <a:r>
              <a:rPr lang="en-US" altLang="en-US">
                <a:effectLst/>
              </a:rPr>
              <a:t> - </a:t>
            </a:r>
            <a:fld id="{2864E2EF-5B50-4855-8040-032D8D8009C2}" type="datetime'''9''''''''/''''''''''''''''''''4/''202''''''''''''''6'''''''">
              <a:rPr lang="en-US" altLang="en-US" smtClean="0">
                <a:effectLst/>
              </a:rPr>
              <a:pPr/>
              <a:t>9/4/2026</a:t>
            </a:fld>
            <a:endParaRPr lang="en-US" altLang="zh-SG" dirty="0"/>
          </a:p>
        </p:txBody>
      </p:sp>
      <p:sp>
        <p:nvSpPr>
          <p:cNvPr id="34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711198" y="4178300"/>
            <a:ext cx="16478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Review the consistency</a:t>
            </a:r>
            <a:endParaRPr lang="en-US" altLang="zh-SG" dirty="0"/>
          </a:p>
        </p:txBody>
      </p:sp>
      <p:sp useBgFill="1">
        <p:nvSpPr>
          <p:cNvPr id="10" name="Content">
            <a:extLst>
              <a:ext uri="{FF2B5EF4-FFF2-40B4-BE49-F238E27FC236}">
                <a16:creationId xmlns:a16="http://schemas.microsoft.com/office/drawing/2014/main" id="{D3040A9D-044F-E9F8-171D-BD9BE551753F}"/>
              </a:ext>
            </a:extLst>
          </p:cNvPr>
          <p:cNvSpPr>
            <a:spLocks/>
          </p:cNvSpPr>
          <p:nvPr>
            <p:custDataLst>
              <p:tags r:id="rId60"/>
            </p:custDataLst>
          </p:nvPr>
        </p:nvSpPr>
        <p:spPr bwMode="auto">
          <a:xfrm>
            <a:off x="8910638" y="4840288"/>
            <a:ext cx="1485900" cy="219075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DAD7A4A-045F-4019-8E19-1CFD3D114E13}" type="datetime'''''''''''''9''''''/''''7''''''''/20''''2''''''''''6'''''''">
              <a:rPr lang="en-US" altLang="en-US" smtClean="0">
                <a:effectLst/>
              </a:rPr>
              <a:pPr/>
              <a:t>9/7/2026</a:t>
            </a:fld>
            <a:r>
              <a:rPr lang="en-US" altLang="en-US">
                <a:effectLst/>
              </a:rPr>
              <a:t> - </a:t>
            </a:r>
            <a:fld id="{F8855634-98C2-4686-A4B1-D1655E7603AA}" type="datetime'''9''''''/2''5''''/2''''''''''''''''''''''''''''''0''26'''''">
              <a:rPr lang="en-US" altLang="en-US" smtClean="0">
                <a:effectLst/>
              </a:rPr>
              <a:pPr/>
              <a:t>9/25/2026</a:t>
            </a:fld>
            <a:endParaRPr lang="en-US" altLang="zh-SG" dirty="0"/>
          </a:p>
        </p:txBody>
      </p:sp>
      <p:sp>
        <p:nvSpPr>
          <p:cNvPr id="32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/>
          </p:cNvSpPr>
          <p:nvPr>
            <p:custDataLst>
              <p:tags r:id="rId61"/>
            </p:custDataLst>
          </p:nvPr>
        </p:nvSpPr>
        <p:spPr bwMode="auto">
          <a:xfrm>
            <a:off x="711195" y="3078163"/>
            <a:ext cx="214947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SG" dirty="0"/>
              <a:t>AI generate MIL case &amp; model</a:t>
            </a:r>
          </a:p>
        </p:txBody>
      </p:sp>
      <p:sp>
        <p:nvSpPr>
          <p:cNvPr id="2" name="Content">
            <a:extLst>
              <a:ext uri="{FF2B5EF4-FFF2-40B4-BE49-F238E27FC236}">
                <a16:creationId xmlns:a16="http://schemas.microsoft.com/office/drawing/2014/main" id="{77911D41-D827-8F9D-0CAE-AC933AD1DB4E}"/>
              </a:ext>
            </a:extLst>
          </p:cNvPr>
          <p:cNvSpPr>
            <a:spLocks/>
          </p:cNvSpPr>
          <p:nvPr>
            <p:custDataLst>
              <p:tags r:id="rId62"/>
            </p:custDataLst>
          </p:nvPr>
        </p:nvSpPr>
        <p:spPr bwMode="auto">
          <a:xfrm>
            <a:off x="711198" y="4662488"/>
            <a:ext cx="2379663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AI generate function architecture</a:t>
            </a:r>
            <a:endParaRPr lang="en-US" altLang="zh-SG" dirty="0"/>
          </a:p>
        </p:txBody>
      </p:sp>
      <p:sp>
        <p:nvSpPr>
          <p:cNvPr id="36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/>
          </p:cNvSpPr>
          <p:nvPr>
            <p:custDataLst>
              <p:tags r:id="rId63"/>
            </p:custDataLst>
          </p:nvPr>
        </p:nvSpPr>
        <p:spPr bwMode="auto">
          <a:xfrm>
            <a:off x="711200" y="1539875"/>
            <a:ext cx="582613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A8606B03-5F5A-4C99-BBA5-9A5F59F28472}" type="datetime'''A''''''''''c''''''''''''''t''''''i''''''v''''it''''''''y'''">
              <a:rPr lang="en-US" altLang="en-US" b="1" smtClean="0">
                <a:effectLst/>
              </a:rPr>
              <a:pPr/>
              <a:t>Activity</a:t>
            </a:fld>
            <a:endParaRPr lang="en-US" altLang="zh-SG" b="1" dirty="0"/>
          </a:p>
        </p:txBody>
      </p:sp>
      <p:sp>
        <p:nvSpPr>
          <p:cNvPr id="31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/>
          </p:cNvSpPr>
          <p:nvPr>
            <p:custDataLst>
              <p:tags r:id="rId64"/>
            </p:custDataLst>
          </p:nvPr>
        </p:nvSpPr>
        <p:spPr bwMode="auto">
          <a:xfrm>
            <a:off x="711200" y="2462213"/>
            <a:ext cx="104457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rgbClr val="23786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728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effectLst/>
              </a:rPr>
              <a:t>Export dataset</a:t>
            </a:r>
            <a:endParaRPr lang="en-US" altLang="zh-SG" dirty="0"/>
          </a:p>
        </p:txBody>
      </p:sp>
    </p:spTree>
    <p:extLst>
      <p:ext uri="{BB962C8B-B14F-4D97-AF65-F5344CB8AC3E}">
        <p14:creationId xmlns:p14="http://schemas.microsoft.com/office/powerpoint/2010/main" val="3296118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FE355-2E02-9538-AAAD-2F0B7ACAB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1A390CC-3F6D-8E8F-156D-921398B4832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5918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F5BD34-9702-7CCC-CDD9-6B5F8D5B9F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5C96B8AD-FC8B-BB57-E613-4EB310FA8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altLang="zh-CN" dirty="0"/>
              <a:t>Model-Based Automation for Simulink Applications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4DCB61-E198-2760-13AC-40A927716D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MASA development plan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54EB18C8-D25F-7E06-D260-8304CFDAD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675141"/>
              </p:ext>
            </p:extLst>
          </p:nvPr>
        </p:nvGraphicFramePr>
        <p:xfrm>
          <a:off x="279292" y="1195296"/>
          <a:ext cx="11633415" cy="52476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84671">
                  <a:extLst>
                    <a:ext uri="{9D8B030D-6E8A-4147-A177-3AD203B41FA5}">
                      <a16:colId xmlns:a16="http://schemas.microsoft.com/office/drawing/2014/main" val="1069391865"/>
                    </a:ext>
                  </a:extLst>
                </a:gridCol>
                <a:gridCol w="2035278">
                  <a:extLst>
                    <a:ext uri="{9D8B030D-6E8A-4147-A177-3AD203B41FA5}">
                      <a16:colId xmlns:a16="http://schemas.microsoft.com/office/drawing/2014/main" val="721559218"/>
                    </a:ext>
                  </a:extLst>
                </a:gridCol>
                <a:gridCol w="3844413">
                  <a:extLst>
                    <a:ext uri="{9D8B030D-6E8A-4147-A177-3AD203B41FA5}">
                      <a16:colId xmlns:a16="http://schemas.microsoft.com/office/drawing/2014/main" val="1338310289"/>
                    </a:ext>
                  </a:extLst>
                </a:gridCol>
                <a:gridCol w="2231922">
                  <a:extLst>
                    <a:ext uri="{9D8B030D-6E8A-4147-A177-3AD203B41FA5}">
                      <a16:colId xmlns:a16="http://schemas.microsoft.com/office/drawing/2014/main" val="3998405400"/>
                    </a:ext>
                  </a:extLst>
                </a:gridCol>
                <a:gridCol w="2037131">
                  <a:extLst>
                    <a:ext uri="{9D8B030D-6E8A-4147-A177-3AD203B41FA5}">
                      <a16:colId xmlns:a16="http://schemas.microsoft.com/office/drawing/2014/main" val="736516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Skills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Slash 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093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Build Simulink Model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/Build-Simulink-Model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Build any Simulink model from natural language requirements. AI uses </a:t>
                      </a:r>
                      <a:r>
                        <a:rPr lang="en-US" sz="1400" dirty="0" err="1"/>
                        <a:t>model_edit</a:t>
                      </a:r>
                      <a:r>
                        <a:rPr lang="en-US" sz="1400" dirty="0"/>
                        <a:t> to create ports, subsystems, and logic dynamically.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natural language requirements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Simulink Model + </a:t>
                      </a:r>
                      <a:r>
                        <a:rPr lang="en-US" altLang="zh-CN" sz="1400" dirty="0" err="1"/>
                        <a:t>Spec.json</a:t>
                      </a:r>
                      <a:r>
                        <a:rPr lang="en-US" altLang="zh-CN" sz="1400" dirty="0"/>
                        <a:t> + Build report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20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Export </a:t>
                      </a:r>
                      <a:r>
                        <a:rPr lang="en-US" altLang="zh-CN" sz="1400" dirty="0"/>
                        <a:t>signal &amp; calibration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/Export-All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Export both signals and calibration parameters to a single Excel workbook with separate sheets and the m files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Generated Simulink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Signal_cal</a:t>
                      </a:r>
                      <a:r>
                        <a:rPr lang="en-US" sz="1400" dirty="0"/>
                        <a:t> excel + calibration parameter 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681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Generate model test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/Generate-Model-Tests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Automatically generate and run Simulink Test cases (Gherkin .feature files) for a model or subsystem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Generated Simulink model/natural language requirements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Test cases + Test editor model + Test report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052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Generate SDD document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Automatically generate SW detail design for a model via script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Simulink model + </a:t>
                      </a:r>
                      <a:r>
                        <a:rPr lang="en-US" sz="1400" dirty="0" err="1"/>
                        <a:t>signal_cal</a:t>
                      </a:r>
                      <a:r>
                        <a:rPr lang="en-US" sz="1400" dirty="0"/>
                        <a:t> excel + m 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SDD.pdf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8809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Review the consistency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/Review-Logic-Consistency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Review whether a Simulink model's logical behavior matches software requirements. AI compares algorithm, parameters, and signal flow against the spec.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Simulink model + natural language requirements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Review report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575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Generate function architecture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/Build-Architecture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 System Composer architecture models (F/L/P layers) from natural language decomposition. Creates components, ports, interfaces, and allocation sets.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98435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01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77C3E-AFF9-B224-710A-827831B51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7E9315F3-650F-23A9-258E-7F49366CFA4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390CC-3F6D-8E8F-156D-921398B483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A5596199-7FF1-49AF-8CF7-219DC85D9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altLang="zh-CN" dirty="0"/>
              <a:t>Model-Based Automation for Simulink Applications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EC3178-1066-0251-1DCC-409979051F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MASA development plan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FA64465-6914-A3F6-6F57-F2E3478E6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207621"/>
              </p:ext>
            </p:extLst>
          </p:nvPr>
        </p:nvGraphicFramePr>
        <p:xfrm>
          <a:off x="279291" y="1195296"/>
          <a:ext cx="11647237" cy="2595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768709">
                  <a:extLst>
                    <a:ext uri="{9D8B030D-6E8A-4147-A177-3AD203B41FA5}">
                      <a16:colId xmlns:a16="http://schemas.microsoft.com/office/drawing/2014/main" val="1069391865"/>
                    </a:ext>
                  </a:extLst>
                </a:gridCol>
                <a:gridCol w="2487561">
                  <a:extLst>
                    <a:ext uri="{9D8B030D-6E8A-4147-A177-3AD203B41FA5}">
                      <a16:colId xmlns:a16="http://schemas.microsoft.com/office/drawing/2014/main" val="721559218"/>
                    </a:ext>
                  </a:extLst>
                </a:gridCol>
                <a:gridCol w="3303639">
                  <a:extLst>
                    <a:ext uri="{9D8B030D-6E8A-4147-A177-3AD203B41FA5}">
                      <a16:colId xmlns:a16="http://schemas.microsoft.com/office/drawing/2014/main" val="1338310289"/>
                    </a:ext>
                  </a:extLst>
                </a:gridCol>
                <a:gridCol w="3087328">
                  <a:extLst>
                    <a:ext uri="{9D8B030D-6E8A-4147-A177-3AD203B41FA5}">
                      <a16:colId xmlns:a16="http://schemas.microsoft.com/office/drawing/2014/main" val="3998405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Skills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Slash 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Actual Hours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Saving Hours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093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Build Simulink Model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/Build-Simulink-Model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~5mins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~4</a:t>
                      </a:r>
                      <a:r>
                        <a:rPr lang="en-US" altLang="zh-CN" sz="1400" dirty="0"/>
                        <a:t>h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20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Export </a:t>
                      </a:r>
                      <a:r>
                        <a:rPr lang="en-US" altLang="zh-CN" sz="1400" dirty="0"/>
                        <a:t>signal &amp; calibration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/Export-All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~3mins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~2h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681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Generate model test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/Generate-Model-Tests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~5mins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~8h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052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Generate SDD document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~2mins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~8h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8809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Review the consistency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/Review-Logic-Consistency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~5mins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~4h(*n reviewers)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575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Generate function architecture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/Build-Architecture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98435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192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1BA1AA-425F-26B3-BB00-47441B5BF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11E37C-2635-3583-C60A-BAE0D1E9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606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IAAAAAAAAAAwAAAAMAAAAA/////wQAPwwAAAAAAAAAAAAAIAD///////////////8AAAD///////////////8DAAAAAw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QAAAACABAAC9DGhq+S0ipJha0KcN/Hm1YFAAAAAAADAAAAAwADAAAAAQADAAAAAAD///////8DAAEA////////BAAAAAMAEAALAm5ge4sezkO7LTtHDhdIIg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AMAAAAAAAAAAAAACAB////////////////AAAA////////////////BAAAAAM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aAAZMaW5rZWRTaGFwZXNEYXRhUHJvcGVydHlfMAUAAAAAAAQAAAADAAQAAAABAAQAAAAAAP///////w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NDGhq+S0ipJha0KcN/Hm1YDRGF0YQAbAAAABExpbmtlZFNoYXBlRGF0YQAFAAAAAAACTmFtZQAZAAAATGlua2VkU2hhcGVzRGF0YVByb3BlcnR5ABBWZXJzaW9uAAAAAAAJTGFzdFdyaXRlANABRBOLAQAAAAEA/////8YAxgAAAAVfaWQAEAAAAAQCbmB7ix7OQ7stO0cOF0giA0RhdGEAUwAAAAhQcmVzZW50YXRpb25TY2FubmVkRm9yTGlua2VkU2hhcGVzAAECTnVtYmVyRm9ybWF0U2VwYXJhdG9yTW9kZQAKAAAAQXV0b21hdGljAAACTmFtZQAkAAAATGlua2VkU2hhcGVQcmVzZW50YXRpb25TZXR0aW5nc0RhdGEAEFZlcnNpb24AAAAAAAlMYXN0V3JpdGUANQJEE4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  <p:tag name="MIO_CHANGETRACKING" val="true"/>
  <p:tag name="MIO_NATIVESECTIONS" val="﻿&lt;?xml version=&quot;1.0&quot; encoding=&quot;utf-8&quot;?&gt;&lt;ArrayOfNativeSection xmlns:xsi=&quot;http://www.w3.org/2001/XMLSchema-instance&quot; xmlns:xsd=&quot;http://www.w3.org/2001/XMLSchema&quot;&gt;&lt;NativeSection&gt;&lt;Name&gt;Standardabschnitt&lt;/Name&gt;&lt;FirstSlideIndex&gt;60&lt;/FirstSlideIndex&gt;&lt;SlidesCount&gt;14&lt;/SlidesCount&gt;&lt;SlideIDs /&gt;&lt;SlideGuids /&gt;&lt;/NativeSection&gt;&lt;/ArrayOfNativeSection&gt;"/>
  <p:tag name="COAUTHORING_SESSION_ID" val="99102612-61d8-4cf2-af98-0a4dbb7664a8"/>
  <p:tag name="UNDO_REDO_REVISION" val="6"/>
  <p:tag name="MIO_PRESENTATION_LANGUAGE" val="1031"/>
  <p:tag name="THINKCELLPRESENTATIONDONOTDELETE" val="&lt;?xml version=&quot;1.0&quot; encoding=&quot;UTF-16&quot; standalone=&quot;yes&quot;?&gt;&lt;root reqver=&quot;32687&quot;&gt;&lt;version val=&quot;38694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UPDATE" val="True"/>
  <p:tag name="MIO_SHOW_DATE" val="True"/>
  <p:tag name="MIO_SHOW_FOOTER" val="True"/>
  <p:tag name="MIO_SHOW_PAGENUMBER" val="True"/>
  <p:tag name="MIO_AVOID_BLANK_LAYOUT" val="True"/>
  <p:tag name="MIO_CD_LAYOUT_VALID_AREA" val="False"/>
  <p:tag name="MIO_PRESI_FIRST_SLIDENUMBER" val="1"/>
  <p:tag name="MIO_LASTEDITORNAME" val="haensch "/>
  <p:tag name="MIO_SKIPVERSION" val="01.01.0001 00:00:00"/>
  <p:tag name="MIO_MATCH_COLOR_SCHEME" val="True"/>
  <p:tag name="MIO_DBID" val="E0259410-156D-4F1A-B326-E95E43C8DB51"/>
  <p:tag name="MIO_FALLBACK_LAYOUT" val="7"/>
  <p:tag name="MIO_NUMBER_OF_VALID_LAYOUTS" val="22"/>
  <p:tag name="MIO_EKGUID" val="c6476605-5e77-479e-b465-e71c20aa6bf7"/>
  <p:tag name="MIO_EMBED_FONT" val="True"/>
  <p:tag name="MIO_VERSION" val="15.01.2024 11:06:04"/>
  <p:tag name="MIO_OBJECTNAME" val="240115_Schaeffler 2.0"/>
  <p:tag name="MIO_LASTDOWNLOADED" val="25.01.2024 08:00:07.032"/>
  <p:tag name="MIO_CDID" val="94cc635b-7ecc-4deb-9b4b-78c085535d7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UPDATE" val="True"/>
  <p:tag name="MIO_SHOW_DATE" val="True"/>
  <p:tag name="MIO_SHOW_FOOTER" val="True"/>
  <p:tag name="MIO_SHOW_PAGENUMBER" val="True"/>
  <p:tag name="MIO_AVOID_BLANK_LAYOUT" val="True"/>
  <p:tag name="MIO_CD_LAYOUT_VALID_AREA" val="False"/>
  <p:tag name="MIO_PRESI_FIRST_SLIDENUMBER" val="1"/>
  <p:tag name="MIO_LASTEDITORNAME" val="haensch "/>
  <p:tag name="MIO_SKIPVERSION" val="01.01.0001 00:00:00"/>
  <p:tag name="MIO_EMBED_FONT" val="False"/>
  <p:tag name="MIO_MATCH_COLOR_SCHEME" val="True"/>
  <p:tag name="MIO_EKGUID" val="7033f438-9fc3-44c6-81b6-7109f953a073"/>
  <p:tag name="MIO_DBID" val="E0259410-156D-4F1A-B326-E95E43C8DB51"/>
  <p:tag name="MIO_OBJECTNAME" val="231120_Schaeffler 2.0 _V3"/>
  <p:tag name="MIO_FALLBACK_LAYOUT" val="7"/>
  <p:tag name="MIO_NUMBER_OF_VALID_LAYOUTS" val="22"/>
  <p:tag name="MIO_VERSION" val="20.11.2023 12:55:50"/>
  <p:tag name="MIO_LASTDOWNLOADED" val="20.11.2023 13:55:59.731"/>
  <p:tag name="MIO_CDID" val="94cc635b-7ecc-4deb-9b4b-78c085535d7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n-US"/>
  <p:tag name="MIO_USER_INPUT_OPTIONS" val="Copyright Schaeffler Sondermaschinenbau AG &amp; Co. KG – All rights reserved. |;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de-DE"/>
  <p:tag name="MIO_USER_INPUT_OPTIONS" val="Copyright Schaeffler Sondermaschinenbau AG &amp; Co. KG, 2024 – Alle Rechte vorbehalten. |;Copyright Schaeffler Technologies AG &amp; Co. KG, 2024 – Alle Rechte vorbehalten. |;Copyright Schaeffler AG, 2024 – Alle Rechte vorbehalten. |;Copyright Schaeffler Automotive Buehl GmbH &amp; Co. KG, 2024 – Alle Rechte vorbehalten. |;Copyright Schaeffler Global Services Europe Sp. z o.o.  – Alle Rechte vorbehalten. |;Copyright Schaeffler Brasil Ltda., 2024 – Alle Rechte vorbehalten. |;Copyright Schaeffler AP, 2024 – Alle Rechte vorbehalten. |;Copyright Schaeffler Digital Solutions GmbH, 2024 – Alle Rechte vorbehalten. |;Copyright Schaeffler Aerospace Germany GmbH &amp; Co. KG, 2024 – Alle Rechte vorbehalten. |;Copyright Schaeffler Automotive Aftermarket GmbH &amp; Co. KG, 2024 – Alle Rechte vorbehalten. |;Copyright Schaeffler ByWire Technologie GmbH &amp; Co. KG, 2024 – Alle Rechte vorbehalten. |;Copyright Schaeffler Immobilien AG &amp; Co.KG. – Alle Rechte vorbehalten. |; 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pt-PT"/>
  <p:tag name="MIO_USER_INPUT_OPTIONS" val="Copyright Schaeffler Technologies AG &amp; Co. KG, 2024 – Todos os direitos reservados. |;Copyright Schaeffler AG, 2024 – Todos os direitos reservados. |;Copyright Schaeffler Automotive Buehl GmbH &amp; Co. KG, 2024 – Todos os direitos reservados. |;Copyright Schaeffler Global Services Europe Sp. z o.o. – Todos os direitos reservados. |;Copyright Schaeffler Brasil Ltda., 2024 – Todos os direitos reservados. |;Copyright Schaeffler AP, 2024 – Todos os direitos reservados. |;Copyright Schaeffler Automotive Aftermarket GmbH &amp; Co. KG, 2024 – Todos os direitos reservados. |; 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zh-SG"/>
  <p:tag name="MIO_USER_INPUT_OPTIONS" val="版权所有Schaeffler Technologies AG &amp; Co. KG保留所有权利, 客户特殊要求, 使用内部放行标准. |;版权所有Schaeffler AG保留所有权利, 客户特殊要求, 使用内部放行标准. |;版权所有Schaeffler Automotive Buehl GmbH &amp; Co. KG保留所有权利, 客户特殊要求, 使用内部放行标准. |;版权所有 Schaeffler Global Services Europe Sp. z o.o. – 保留所有权利, 客户特殊要求，使用内部放行标准. |;版权所有Schaeffler Brasil Ltda.保留所有权利, 客户特殊要求，使用内部放行标准. |;版权所有Schaeffler AP,保留所有权利, 客户特殊要求，使用内部放行标准. |; 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n-GB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zh-CN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fr-FR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ru-RU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ja-JP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s-ES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7"/>
  <p:tag name="MIO_SHOW_FOOTER" val="False"/>
  <p:tag name="MIO_AVOID_BLANK_LAYOUT" val="True"/>
  <p:tag name="MIO_CD_LAYOUT_VALID_AREA" val="False"/>
  <p:tag name="MIO_EMBED_FONT" val="False"/>
  <p:tag name="MIO_NUMBER_OF_VALID_LAYOUTS" val="21"/>
  <p:tag name="MIO_EKGUID" val="c6476605-5e77-479e-b465-e71c20aa6bf7"/>
  <p:tag name="MIO_DBID" val="E0259410-156D-4F1A-B326-E95E43C8DB51"/>
  <p:tag name="MIO_SHOW_DATE" val="True"/>
  <p:tag name="MIO_SHOW_PAGENUMBER" val="True"/>
  <p:tag name="MIO_MATCH_COLOR_SCHEME" val="True"/>
  <p:tag name="MIO_OBJECTNAME" val="240627_Schaeffler 2.0"/>
  <p:tag name="MIO_VERSION" val="27.06.2024 17:51:19"/>
  <p:tag name="MIO_LASTDOWNLOADED" val="30.06.2024 11:27:09.263"/>
  <p:tag name="MIO_CDID" val="94cc635b-7ecc-4deb-9b4b-78c085535d7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7895862-2c23-4a15-be2f-c3df40f4e5e2"/>
  <p:tag name="MIO_EKGUID" val="1fe145af-1186-4298-932b-7485b68900ff"/>
  <p:tag name="MIO_UPDATE" val="True"/>
  <p:tag name="MIO_VERSION" val="01.04.2024 13:40:00"/>
  <p:tag name="MIO_DBID" val="E0259410-156D-4F1A-B326-E95E43C8DB51"/>
  <p:tag name="MIO_LASTDOWNLOADED" val="01.04.2024 15:57:03.535"/>
  <p:tag name="MIO_OBJECTNAME" val="a / 1c Big Type title slide / Forest 60/20"/>
  <p:tag name="MIO_LASTEDITORNAME" val="Jezabel Brasch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WPJmaeo74viuZKJ2AQSd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vD1_Zn3s1jVmZvB8G4mw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B.QIEZNhwI1UkOjcg9D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9SsVes91ZxQrZd8mVUI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Zmro3aB6jhqEefXKWecA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ajDY1W5OncoGgBn21t5R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Tqa4v.rbBzELweafcl1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8zJTLu_o8X91iXXzswFS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h5M0C9AieEBkcLScpE5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gDGr.5KFiPz2axcqgi.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xvRVgASa9tYzxoz6wBTe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9ZJRgw.NHrURAY.kj_t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7gGYpMJxlNJERBgiq8TB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JT24rlcYjWDW22EHxy9.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gblE2bj1N6ukyVLc3Xf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2ynZuPaEu7u_azd.n1OY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9.otOvD0TsAOoiWwOLxB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anFmeiEZgQvedBqWluV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Qx61aIfUZEnm.iF84DM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w4LmrNZ4qXisNrmpoK2_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HY5tAS5qY2JfqfU.MDEV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YtYkK_mzoCbntjxeBLb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1CneVaQYF8a0CKcxl6G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evYfwqpVS0Y1J_GjUEj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wHHjUbcOVqPOyBt2NH6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Iq1J4gkKkp_.ulJK2..C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l0c_kH6ODoUrglPIvX.V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VqiNVBjVoVI8vLskyPSG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mtOHck2c1qwuDTRUQNh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N0YRDIbzxfEGgIzQ6jk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UC76yoFbp1SsfKkBME0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DGK_cuF2jxwgfSthzKX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SQVXowhqrL_RQgxWeCD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j3yuKkZrFy9mSdOZHQiS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wd2i0.OapFRwAdQ.kdh6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dcJKYHoeNWZ.IoVCwqT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RjFoJGo3BQF8.otowtd.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TQ4lC89YfxEQSef5dGf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vzd5D6hWKae5V.0dHO3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FI9MWVvZY9QY_mkLscx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.jNfJ7hA1vFQ.8qvq77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Exx7paw_jKmZdWNfBGQg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pY27dtUcC1GiQdCLMVTa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IMkhfHiDPA2BzK.mo6a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DSf15aZpZ1PyXn1DAjp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JDXdo.N_BbczQwWR6BEo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3uuxD.VgFlDpJzWKSzI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JYcVOYXO1hz_TaAZrHFe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3rW80ELOvZQOPtaDq4K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ZF.DPUZ8MuzxLwehmMs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S1sMigXRuSPJVe6.u0K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Wj0lSgIBYBh6vI0bcAAt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Oe4mmRXO7x_ayCuMc7fq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PYgDjy_WuP.sOt0Uaq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7eDROkArwQ4ebgRvqO4m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mEJ8wtH6d4G42RHojyEw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ztEOexRNzq.ce0UVqPF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8WD9KMXcl6oqbh5nxURP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ed0zIQ6pZ.eCEHzaIRan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wLrb0SDJv7JDLBZ7qbG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xfQJAiGc8qMG5xuIzL8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zdgD6Ql900kwAMNtaFJe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4KXCZ1RB2AIvaSwR0F8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chaeffler 2.0">
  <a:themeElements>
    <a:clrScheme name="Schaeffler 2.09/23">
      <a:dk1>
        <a:srgbClr val="2C2C2C"/>
      </a:dk1>
      <a:lt1>
        <a:sysClr val="window" lastClr="FFFFFF"/>
      </a:lt1>
      <a:dk2>
        <a:srgbClr val="646464"/>
      </a:dk2>
      <a:lt2>
        <a:srgbClr val="EBEBEB"/>
      </a:lt2>
      <a:accent1>
        <a:srgbClr val="619685"/>
      </a:accent1>
      <a:accent2>
        <a:srgbClr val="AFC2C7"/>
      </a:accent2>
      <a:accent3>
        <a:srgbClr val="67898F"/>
      </a:accent3>
      <a:accent4>
        <a:srgbClr val="B5D384"/>
      </a:accent4>
      <a:accent5>
        <a:srgbClr val="20617C"/>
      </a:accent5>
      <a:accent6>
        <a:srgbClr val="94BF99"/>
      </a:accent6>
      <a:hlink>
        <a:srgbClr val="00893D"/>
      </a:hlink>
      <a:folHlink>
        <a:srgbClr val="00893D"/>
      </a:folHlink>
    </a:clrScheme>
    <a:fontScheme name="Schaeffler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BEBEB"/>
        </a:solidFill>
        <a:ln>
          <a:noFill/>
        </a:ln>
      </a:spPr>
      <a:bodyPr lIns="54000" tIns="72000" rIns="54000" bIns="72000" rtlCol="0" anchor="ctr"/>
      <a:lstStyle>
        <a:defPPr algn="ctr">
          <a:lnSpc>
            <a:spcPct val="120000"/>
          </a:lnSpc>
          <a:spcBef>
            <a:spcPts val="600"/>
          </a:spcBef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rnd">
          <a:solidFill>
            <a:srgbClr val="87878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20000"/>
          </a:lnSpc>
          <a:spcBef>
            <a:spcPts val="600"/>
          </a:spcBef>
          <a:defRPr sz="1200" dirty="0"/>
        </a:defPPr>
      </a:lstStyle>
    </a:txDef>
  </a:objectDefaults>
  <a:extraClrSchemeLst/>
  <a:custClrLst>
    <a:custClr name="Carbon 100 %">
      <a:srgbClr val="646464"/>
    </a:custClr>
    <a:custClr name="Forest 100 %">
      <a:srgbClr val="005E46"/>
    </a:custClr>
    <a:custClr name="Apple 100 %">
      <a:srgbClr val="A1C861"/>
    </a:custClr>
    <a:custClr name="Jade 100 %">
      <a:srgbClr val="73B281"/>
    </a:custClr>
    <a:custClr name="Navy 100 %">
      <a:srgbClr val="00445F"/>
    </a:custClr>
    <a:custClr name="Aqua 100 %">
      <a:srgbClr val="1C98B5"/>
    </a:custClr>
    <a:custClr name="Pigeon 100 %">
      <a:srgbClr val="476E75"/>
    </a:custClr>
    <a:custClr name="empty">
      <a:srgbClr val="FFFFFF"/>
    </a:custClr>
    <a:custClr name="Chili 100%">
      <a:srgbClr val="CB0B15"/>
    </a:custClr>
    <a:custClr name="Honey 100%">
      <a:srgbClr val="E9B300"/>
    </a:custClr>
    <a:custClr name="Carbon 80 %">
      <a:srgbClr val="878787"/>
    </a:custClr>
    <a:custClr name="Forest 80 %">
      <a:srgbClr val="237864"/>
    </a:custClr>
    <a:custClr name="Apple 80 %">
      <a:srgbClr val="B5D384"/>
    </a:custClr>
    <a:custClr name="Jade 80 %">
      <a:srgbClr val="94BF99"/>
    </a:custClr>
    <a:custClr name="Navy 80 %">
      <a:srgbClr val="20617C"/>
    </a:custClr>
    <a:custClr name="Aqua 80 %">
      <a:srgbClr val="60ABC4"/>
    </a:custClr>
    <a:custClr name="Pigeon 80 %">
      <a:srgbClr val="67898F"/>
    </a:custClr>
    <a:custClr name="empty">
      <a:srgbClr val="FFFFFF"/>
    </a:custClr>
    <a:custClr name="Chili 50%">
      <a:srgbClr val="E79278"/>
    </a:custClr>
    <a:custClr name="Honey 50%">
      <a:srgbClr val="F6D890"/>
    </a:custClr>
    <a:custClr name="Carbon 60 %">
      <a:srgbClr val="A8A8A8"/>
    </a:custClr>
    <a:custClr name="Forest 60 %">
      <a:srgbClr val="619685"/>
    </a:custClr>
    <a:custClr name="Apple 60 %">
      <a:srgbClr val="C9DEA5"/>
    </a:custClr>
    <a:custClr name="Jade 60 %">
      <a:srgbClr val="B2CFB3"/>
    </a:custClr>
    <a:custClr name="Navy 60 %">
      <a:srgbClr val="59839B"/>
    </a:custClr>
    <a:custClr name="Aqua 60 %">
      <a:srgbClr val="8CBFD3"/>
    </a:custClr>
    <a:custClr name="Pigeon 60 %">
      <a:srgbClr val="8BA6AB"/>
    </a:custClr>
    <a:custClr name="empty1">
      <a:srgbClr val="FFFFFF"/>
    </a:custClr>
    <a:custClr name="empty2">
      <a:srgbClr val="FFFFFF"/>
    </a:custClr>
    <a:custClr name="empty3">
      <a:srgbClr val="FFFFFF"/>
    </a:custClr>
    <a:custClr name="Carbon 40 %">
      <a:srgbClr val="C6C6C6"/>
    </a:custClr>
    <a:custClr name="Forest 40 %">
      <a:srgbClr val="95B7AB"/>
    </a:custClr>
    <a:custClr name="Apple 40 %">
      <a:srgbClr val="DCE9C5"/>
    </a:custClr>
    <a:custClr name="Jade 40 %">
      <a:srgbClr val="CDDFCD"/>
    </a:custClr>
    <a:custClr name="Navy 40 %">
      <a:srgbClr val="8DA8BC"/>
    </a:custClr>
    <a:custClr name="Aqua 40 %">
      <a:srgbClr val="B4D4E2"/>
    </a:custClr>
    <a:custClr name="Pigeon 40 %">
      <a:srgbClr val="AFC2C7"/>
    </a:custClr>
    <a:custClr name="Empty">
      <a:srgbClr val="FFFFFF"/>
    </a:custClr>
    <a:custClr name="Empty">
      <a:srgbClr val="FFFFFF"/>
    </a:custClr>
    <a:custClr name="Empty">
      <a:srgbClr val="FFFFFF"/>
    </a:custClr>
    <a:custClr name="Carbon 20 %">
      <a:srgbClr val="E3E3E3"/>
    </a:custClr>
    <a:custClr name="Forest 20 %">
      <a:srgbClr val="C9DAD4"/>
    </a:custClr>
    <a:custClr name="Apple 20 %">
      <a:srgbClr val="EDF4E3"/>
    </a:custClr>
    <a:custClr name="Jade 20 %">
      <a:srgbClr val="E7EFE6"/>
    </a:custClr>
    <a:custClr name="Navy 20 %">
      <a:srgbClr val="C4D1DD"/>
    </a:custClr>
    <a:custClr name="Aqua 20 %">
      <a:srgbClr val="D9E9F1"/>
    </a:custClr>
    <a:custClr name="Pigeon 20 %">
      <a:srgbClr val="D6E0E3"/>
    </a:custClr>
    <a:custClr name="Empty">
      <a:srgbClr val="FFFFFF"/>
    </a:custClr>
    <a:custClr name="Empty">
      <a:srgbClr val="FFFFFF"/>
    </a:custClr>
  </a:custClrLst>
  <a:extLst>
    <a:ext uri="{05A4C25C-085E-4340-85A3-A5531E510DB2}">
      <thm15:themeFamily xmlns:thm15="http://schemas.microsoft.com/office/thememl/2012/main" name="Default Theme.pptx" id="{78A2DC0C-7202-425F-80CE-13A5105907FD}" vid="{651B7F12-A4B3-4297-9752-71B493F754A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061E03C184054880AE9095A945FEF4" ma:contentTypeVersion="16" ma:contentTypeDescription="Create a new document." ma:contentTypeScope="" ma:versionID="b29459b3c732b033875c5b4bc917c9db">
  <xsd:schema xmlns:xsd="http://www.w3.org/2001/XMLSchema" xmlns:xs="http://www.w3.org/2001/XMLSchema" xmlns:p="http://schemas.microsoft.com/office/2006/metadata/properties" xmlns:ns2="ed14f2a8-8ba1-4234-8100-51d8e9363091" xmlns:ns3="54781b7d-4b8c-4ad4-8edb-261ce8bb64f9" targetNamespace="http://schemas.microsoft.com/office/2006/metadata/properties" ma:root="true" ma:fieldsID="2ab92ba885c2724a2926a0a8ebeb66d8" ns2:_="" ns3:_="">
    <xsd:import namespace="ed14f2a8-8ba1-4234-8100-51d8e9363091"/>
    <xsd:import namespace="54781b7d-4b8c-4ad4-8edb-261ce8bb64f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14f2a8-8ba1-4234-8100-51d8e9363091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c2afc90-c303-4008-b1a5-7d844ece0df9}" ma:internalName="TaxCatchAll" ma:showField="CatchAllData" ma:web="ed14f2a8-8ba1-4234-8100-51d8e93630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781b7d-4b8c-4ad4-8edb-261ce8bb64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58119dd-1553-4246-8b00-64009d6514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4781b7d-4b8c-4ad4-8edb-261ce8bb64f9">
      <Terms xmlns="http://schemas.microsoft.com/office/infopath/2007/PartnerControls"/>
    </lcf76f155ced4ddcb4097134ff3c332f>
    <TaxCatchAll xmlns="ed14f2a8-8ba1-4234-8100-51d8e9363091" xsi:nil="true"/>
    <_dlc_DocId xmlns="ed14f2a8-8ba1-4234-8100-51d8e9363091">OG49657-817384392-857</_dlc_DocId>
    <_dlc_DocIdUrl xmlns="ed14f2a8-8ba1-4234-8100-51d8e9363091">
      <Url>https://worksite.sharepoint.com/sites/OG_49657/_layouts/15/DocIdRedir.aspx?ID=OG49657-817384392-857</Url>
      <Description>OG49657-817384392-857</Description>
    </_dlc_DocIdUrl>
    <SharedWithUsers xmlns="ed14f2a8-8ba1-4234-8100-51d8e9363091">
      <UserInfo>
        <DisplayName>Haensch, Tatjana  (ext.)  SZ/HZA-BCD</DisplayName>
        <AccountId>43</AccountId>
        <AccountType/>
      </UserInfo>
      <UserInfo>
        <DisplayName>Kruegel, Natalie  SZ/HZA-BCF</DisplayName>
        <AccountId>32</AccountId>
        <AccountType/>
      </UserInfo>
    </SharedWithUsers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F22645-A1DD-4120-8503-C0B9B15CB65B}">
  <ds:schemaRefs>
    <ds:schemaRef ds:uri="54781b7d-4b8c-4ad4-8edb-261ce8bb64f9"/>
    <ds:schemaRef ds:uri="ed14f2a8-8ba1-4234-8100-51d8e93630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FF49A9C-EE6C-4803-BB53-5FD78C2F17CB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61912680-0975-4B88-A779-6016ADC4B094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purl.org/dc/elements/1.1/"/>
    <ds:schemaRef ds:uri="http://schemas.openxmlformats.org/package/2006/metadata/core-properties"/>
    <ds:schemaRef ds:uri="54781b7d-4b8c-4ad4-8edb-261ce8bb64f9"/>
    <ds:schemaRef ds:uri="ed14f2a8-8ba1-4234-8100-51d8e9363091"/>
  </ds:schemaRefs>
</ds:datastoreItem>
</file>

<file path=customXml/itemProps4.xml><?xml version="1.0" encoding="utf-8"?>
<ds:datastoreItem xmlns:ds="http://schemas.openxmlformats.org/officeDocument/2006/customXml" ds:itemID="{B0E38EC9-1C3D-4909-8944-7222E6FE4D2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1569415-e423-4898-b1ac-2b6826647c84}" enabled="1" method="Standard" siteId="{39b77101-99b7-41c9-8d6a-7794b9d48476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2252</TotalTime>
  <Words>384</Words>
  <Application>Microsoft Office PowerPoint</Application>
  <PresentationFormat>Widescreen</PresentationFormat>
  <Paragraphs>109</Paragraphs>
  <Slides>5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Noto Sans Black</vt:lpstr>
      <vt:lpstr>Aptos</vt:lpstr>
      <vt:lpstr>Arial</vt:lpstr>
      <vt:lpstr>Calibri</vt:lpstr>
      <vt:lpstr>Noto Sans</vt:lpstr>
      <vt:lpstr>Symbol</vt:lpstr>
      <vt:lpstr>Schaeffler 2.0</vt:lpstr>
      <vt:lpstr>think-cell Slide</vt:lpstr>
      <vt:lpstr>Model-Based Automation for Simulink Applications</vt:lpstr>
      <vt:lpstr>Model-Based Automation for Simulink Applications</vt:lpstr>
      <vt:lpstr>Model-Based Automation for Simulink Applications</vt:lpstr>
      <vt:lpstr>Model-Based Automation for Simulink Applications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Haensch, Tatjana  (ext.)  SZ/HZA-BCD</dc:creator>
  <cp:lastModifiedBy>Wang, Tianqi</cp:lastModifiedBy>
  <cp:revision>31</cp:revision>
  <dcterms:created xsi:type="dcterms:W3CDTF">2024-06-27T17:48:23Z</dcterms:created>
  <dcterms:modified xsi:type="dcterms:W3CDTF">2026-07-07T02:26:37Z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cfbc8fb-1e4e-4e6e-b34d-32d1589d0b9e_Enabled">
    <vt:lpwstr>true</vt:lpwstr>
  </property>
  <property fmtid="{D5CDD505-2E9C-101B-9397-08002B2CF9AE}" pid="3" name="MSIP_Label_bcfbc8fb-1e4e-4e6e-b34d-32d1589d0b9e_SetDate">
    <vt:lpwstr>2023-10-09T07:22:02Z</vt:lpwstr>
  </property>
  <property fmtid="{D5CDD505-2E9C-101B-9397-08002B2CF9AE}" pid="4" name="MSIP_Label_bcfbc8fb-1e4e-4e6e-b34d-32d1589d0b9e_Method">
    <vt:lpwstr>Privileged</vt:lpwstr>
  </property>
  <property fmtid="{D5CDD505-2E9C-101B-9397-08002B2CF9AE}" pid="5" name="MSIP_Label_bcfbc8fb-1e4e-4e6e-b34d-32d1589d0b9e_Name">
    <vt:lpwstr>No visual marking - Public</vt:lpwstr>
  </property>
  <property fmtid="{D5CDD505-2E9C-101B-9397-08002B2CF9AE}" pid="6" name="MSIP_Label_bcfbc8fb-1e4e-4e6e-b34d-32d1589d0b9e_SiteId">
    <vt:lpwstr>67416604-6509-4014-9859-45e709f53d3f</vt:lpwstr>
  </property>
  <property fmtid="{D5CDD505-2E9C-101B-9397-08002B2CF9AE}" pid="7" name="MSIP_Label_bcfbc8fb-1e4e-4e6e-b34d-32d1589d0b9e_ActionId">
    <vt:lpwstr>763b8864-c302-49e1-a070-2f7e6450760e</vt:lpwstr>
  </property>
  <property fmtid="{D5CDD505-2E9C-101B-9397-08002B2CF9AE}" pid="8" name="MSIP_Label_bcfbc8fb-1e4e-4e6e-b34d-32d1589d0b9e_ContentBits">
    <vt:lpwstr>0</vt:lpwstr>
  </property>
  <property fmtid="{D5CDD505-2E9C-101B-9397-08002B2CF9AE}" pid="9" name="ContentTypeId">
    <vt:lpwstr>0x01010071061E03C184054880AE9095A945FEF4</vt:lpwstr>
  </property>
  <property fmtid="{D5CDD505-2E9C-101B-9397-08002B2CF9AE}" pid="10" name="MediaServiceImageTags">
    <vt:lpwstr/>
  </property>
  <property fmtid="{D5CDD505-2E9C-101B-9397-08002B2CF9AE}" pid="11" name="_dlc_DocIdItemGuid">
    <vt:lpwstr>8a1450ad-2f6c-4c65-afc7-5934fbc363ca</vt:lpwstr>
  </property>
  <property fmtid="{D5CDD505-2E9C-101B-9397-08002B2CF9AE}" pid="12" name="ClassificationContentMarkingFooterLocations">
    <vt:lpwstr>Schaeffler 2.0:100</vt:lpwstr>
  </property>
  <property fmtid="{D5CDD505-2E9C-101B-9397-08002B2CF9AE}" pid="13" name="ClassificationContentMarkingFooterText">
    <vt:lpwstr>INTERNAL</vt:lpwstr>
  </property>
</Properties>
</file>