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D3A7FE-2858-437D-983F-8E6E4DFB4139}" v="29" dt="2026-03-25T05:32:03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4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Xinyu" userId="8bb493b1-c217-48d5-9442-caede8db23f8" providerId="ADAL" clId="{67FC969A-3727-4905-ABE8-0FDE1B9365D5}"/>
    <pc:docChg chg="undo custSel addSld modSld">
      <pc:chgData name="Wang, Xinyu" userId="8bb493b1-c217-48d5-9442-caede8db23f8" providerId="ADAL" clId="{67FC969A-3727-4905-ABE8-0FDE1B9365D5}" dt="2026-03-25T05:32:05.895" v="786" actId="20577"/>
      <pc:docMkLst>
        <pc:docMk/>
      </pc:docMkLst>
      <pc:sldChg chg="addSp delSp modSp new mod">
        <pc:chgData name="Wang, Xinyu" userId="8bb493b1-c217-48d5-9442-caede8db23f8" providerId="ADAL" clId="{67FC969A-3727-4905-ABE8-0FDE1B9365D5}" dt="2026-03-25T05:22:45.781" v="400" actId="14100"/>
        <pc:sldMkLst>
          <pc:docMk/>
          <pc:sldMk cId="1496378060" sldId="256"/>
        </pc:sldMkLst>
        <pc:spChg chg="del">
          <ac:chgData name="Wang, Xinyu" userId="8bb493b1-c217-48d5-9442-caede8db23f8" providerId="ADAL" clId="{67FC969A-3727-4905-ABE8-0FDE1B9365D5}" dt="2026-03-25T05:12:01.473" v="1" actId="478"/>
          <ac:spMkLst>
            <pc:docMk/>
            <pc:sldMk cId="1496378060" sldId="256"/>
            <ac:spMk id="2" creationId="{F0B6D5B2-C59F-5856-DD7D-21F139BA4DB3}"/>
          </ac:spMkLst>
        </pc:spChg>
        <pc:spChg chg="del">
          <ac:chgData name="Wang, Xinyu" userId="8bb493b1-c217-48d5-9442-caede8db23f8" providerId="ADAL" clId="{67FC969A-3727-4905-ABE8-0FDE1B9365D5}" dt="2026-03-25T05:12:01.473" v="1" actId="478"/>
          <ac:spMkLst>
            <pc:docMk/>
            <pc:sldMk cId="1496378060" sldId="256"/>
            <ac:spMk id="3" creationId="{647D52D7-F0D9-89C2-4D4A-A3A7158A3487}"/>
          </ac:spMkLst>
        </pc:spChg>
        <pc:spChg chg="add mod">
          <ac:chgData name="Wang, Xinyu" userId="8bb493b1-c217-48d5-9442-caede8db23f8" providerId="ADAL" clId="{67FC969A-3727-4905-ABE8-0FDE1B9365D5}" dt="2026-03-25T05:15:10.258" v="105" actId="20577"/>
          <ac:spMkLst>
            <pc:docMk/>
            <pc:sldMk cId="1496378060" sldId="256"/>
            <ac:spMk id="4" creationId="{EC1D1BA9-BA5B-0849-F81D-A214FF6D0E12}"/>
          </ac:spMkLst>
        </pc:spChg>
        <pc:spChg chg="add mod">
          <ac:chgData name="Wang, Xinyu" userId="8bb493b1-c217-48d5-9442-caede8db23f8" providerId="ADAL" clId="{67FC969A-3727-4905-ABE8-0FDE1B9365D5}" dt="2026-03-25T05:16:32.638" v="185"/>
          <ac:spMkLst>
            <pc:docMk/>
            <pc:sldMk cId="1496378060" sldId="256"/>
            <ac:spMk id="10" creationId="{8FA54584-27B1-C74A-5038-89A29573EF55}"/>
          </ac:spMkLst>
        </pc:spChg>
        <pc:spChg chg="add mod">
          <ac:chgData name="Wang, Xinyu" userId="8bb493b1-c217-48d5-9442-caede8db23f8" providerId="ADAL" clId="{67FC969A-3727-4905-ABE8-0FDE1B9365D5}" dt="2026-03-25T05:22:45.781" v="400" actId="14100"/>
          <ac:spMkLst>
            <pc:docMk/>
            <pc:sldMk cId="1496378060" sldId="256"/>
            <ac:spMk id="19" creationId="{B2EF3CC4-65F5-BF4B-7C52-D80594D64D96}"/>
          </ac:spMkLst>
        </pc:spChg>
        <pc:picChg chg="add del mod">
          <ac:chgData name="Wang, Xinyu" userId="8bb493b1-c217-48d5-9442-caede8db23f8" providerId="ADAL" clId="{67FC969A-3727-4905-ABE8-0FDE1B9365D5}" dt="2026-03-25T05:13:35.577" v="90" actId="478"/>
          <ac:picMkLst>
            <pc:docMk/>
            <pc:sldMk cId="1496378060" sldId="256"/>
            <ac:picMk id="6" creationId="{F6FF269A-27FE-039A-D5A3-D9503BE01E0A}"/>
          </ac:picMkLst>
        </pc:picChg>
        <pc:picChg chg="add del">
          <ac:chgData name="Wang, Xinyu" userId="8bb493b1-c217-48d5-9442-caede8db23f8" providerId="ADAL" clId="{67FC969A-3727-4905-ABE8-0FDE1B9365D5}" dt="2026-03-25T05:12:40.047" v="23" actId="478"/>
          <ac:picMkLst>
            <pc:docMk/>
            <pc:sldMk cId="1496378060" sldId="256"/>
            <ac:picMk id="8" creationId="{ED7391FA-0CBB-307F-7235-D03B1D599613}"/>
          </ac:picMkLst>
        </pc:picChg>
        <pc:picChg chg="add del mod">
          <ac:chgData name="Wang, Xinyu" userId="8bb493b1-c217-48d5-9442-caede8db23f8" providerId="ADAL" clId="{67FC969A-3727-4905-ABE8-0FDE1B9365D5}" dt="2026-03-25T05:13:36.284" v="91" actId="478"/>
          <ac:picMkLst>
            <pc:docMk/>
            <pc:sldMk cId="1496378060" sldId="256"/>
            <ac:picMk id="12" creationId="{6650A03B-4698-7EFB-C27E-5C7C57F0222E}"/>
          </ac:picMkLst>
        </pc:picChg>
        <pc:picChg chg="add mod">
          <ac:chgData name="Wang, Xinyu" userId="8bb493b1-c217-48d5-9442-caede8db23f8" providerId="ADAL" clId="{67FC969A-3727-4905-ABE8-0FDE1B9365D5}" dt="2026-03-25T05:14:32.139" v="95" actId="1076"/>
          <ac:picMkLst>
            <pc:docMk/>
            <pc:sldMk cId="1496378060" sldId="256"/>
            <ac:picMk id="14" creationId="{DD290D05-84B5-CC90-3EAB-A992D6B2929E}"/>
          </ac:picMkLst>
        </pc:picChg>
        <pc:picChg chg="add del mod">
          <ac:chgData name="Wang, Xinyu" userId="8bb493b1-c217-48d5-9442-caede8db23f8" providerId="ADAL" clId="{67FC969A-3727-4905-ABE8-0FDE1B9365D5}" dt="2026-03-25T05:17:04.772" v="190" actId="478"/>
          <ac:picMkLst>
            <pc:docMk/>
            <pc:sldMk cId="1496378060" sldId="256"/>
            <ac:picMk id="16" creationId="{141288C8-F9D6-A08E-CBCE-F409BC9B141F}"/>
          </ac:picMkLst>
        </pc:picChg>
        <pc:picChg chg="add mod">
          <ac:chgData name="Wang, Xinyu" userId="8bb493b1-c217-48d5-9442-caede8db23f8" providerId="ADAL" clId="{67FC969A-3727-4905-ABE8-0FDE1B9365D5}" dt="2026-03-25T05:17:27.077" v="194" actId="1076"/>
          <ac:picMkLst>
            <pc:docMk/>
            <pc:sldMk cId="1496378060" sldId="256"/>
            <ac:picMk id="18" creationId="{43290D78-6B3F-D70D-71D3-C3AEB824410B}"/>
          </ac:picMkLst>
        </pc:picChg>
      </pc:sldChg>
      <pc:sldChg chg="addSp delSp modSp new mod">
        <pc:chgData name="Wang, Xinyu" userId="8bb493b1-c217-48d5-9442-caede8db23f8" providerId="ADAL" clId="{67FC969A-3727-4905-ABE8-0FDE1B9365D5}" dt="2026-03-25T05:28:33.941" v="713" actId="1076"/>
        <pc:sldMkLst>
          <pc:docMk/>
          <pc:sldMk cId="4032148302" sldId="257"/>
        </pc:sldMkLst>
        <pc:spChg chg="del">
          <ac:chgData name="Wang, Xinyu" userId="8bb493b1-c217-48d5-9442-caede8db23f8" providerId="ADAL" clId="{67FC969A-3727-4905-ABE8-0FDE1B9365D5}" dt="2026-03-25T05:14:44.036" v="98" actId="478"/>
          <ac:spMkLst>
            <pc:docMk/>
            <pc:sldMk cId="4032148302" sldId="257"/>
            <ac:spMk id="2" creationId="{1ABE6EFE-2659-B8A8-4E70-1EA63E033EAB}"/>
          </ac:spMkLst>
        </pc:spChg>
        <pc:spChg chg="del">
          <ac:chgData name="Wang, Xinyu" userId="8bb493b1-c217-48d5-9442-caede8db23f8" providerId="ADAL" clId="{67FC969A-3727-4905-ABE8-0FDE1B9365D5}" dt="2026-03-25T05:14:44.036" v="98" actId="478"/>
          <ac:spMkLst>
            <pc:docMk/>
            <pc:sldMk cId="4032148302" sldId="257"/>
            <ac:spMk id="3" creationId="{3136F201-F69E-686D-7D43-4EF5AFD00D02}"/>
          </ac:spMkLst>
        </pc:spChg>
        <pc:spChg chg="add del mod">
          <ac:chgData name="Wang, Xinyu" userId="8bb493b1-c217-48d5-9442-caede8db23f8" providerId="ADAL" clId="{67FC969A-3727-4905-ABE8-0FDE1B9365D5}" dt="2026-03-25T05:15:19.711" v="107" actId="478"/>
          <ac:spMkLst>
            <pc:docMk/>
            <pc:sldMk cId="4032148302" sldId="257"/>
            <ac:spMk id="4" creationId="{7026097E-7B58-5340-6D45-D94B62FA0C61}"/>
          </ac:spMkLst>
        </pc:spChg>
        <pc:spChg chg="add mod">
          <ac:chgData name="Wang, Xinyu" userId="8bb493b1-c217-48d5-9442-caede8db23f8" providerId="ADAL" clId="{67FC969A-3727-4905-ABE8-0FDE1B9365D5}" dt="2026-03-25T05:18:23.162" v="217" actId="1076"/>
          <ac:spMkLst>
            <pc:docMk/>
            <pc:sldMk cId="4032148302" sldId="257"/>
            <ac:spMk id="5" creationId="{6BAA2FC0-ED31-CDF8-5573-0E887750EDD2}"/>
          </ac:spMkLst>
        </pc:spChg>
        <pc:spChg chg="add mod">
          <ac:chgData name="Wang, Xinyu" userId="8bb493b1-c217-48d5-9442-caede8db23f8" providerId="ADAL" clId="{67FC969A-3727-4905-ABE8-0FDE1B9365D5}" dt="2026-03-25T05:20:32.860" v="276" actId="20577"/>
          <ac:spMkLst>
            <pc:docMk/>
            <pc:sldMk cId="4032148302" sldId="257"/>
            <ac:spMk id="6" creationId="{2E5CF802-FA2A-7B9F-E2F3-F37340C78423}"/>
          </ac:spMkLst>
        </pc:spChg>
        <pc:spChg chg="add mod">
          <ac:chgData name="Wang, Xinyu" userId="8bb493b1-c217-48d5-9442-caede8db23f8" providerId="ADAL" clId="{67FC969A-3727-4905-ABE8-0FDE1B9365D5}" dt="2026-03-25T05:28:33.941" v="713" actId="1076"/>
          <ac:spMkLst>
            <pc:docMk/>
            <pc:sldMk cId="4032148302" sldId="257"/>
            <ac:spMk id="9" creationId="{174214A4-F4D5-4E23-62CB-2DF28884CC63}"/>
          </ac:spMkLst>
        </pc:spChg>
        <pc:picChg chg="add del mod">
          <ac:chgData name="Wang, Xinyu" userId="8bb493b1-c217-48d5-9442-caede8db23f8" providerId="ADAL" clId="{67FC969A-3727-4905-ABE8-0FDE1B9365D5}" dt="2026-03-25T05:24:54.660" v="559" actId="478"/>
          <ac:picMkLst>
            <pc:docMk/>
            <pc:sldMk cId="4032148302" sldId="257"/>
            <ac:picMk id="8" creationId="{8A82D28C-6202-2CCF-C2B2-D8A86947329C}"/>
          </ac:picMkLst>
        </pc:picChg>
      </pc:sldChg>
      <pc:sldChg chg="addSp delSp modSp new mod">
        <pc:chgData name="Wang, Xinyu" userId="8bb493b1-c217-48d5-9442-caede8db23f8" providerId="ADAL" clId="{67FC969A-3727-4905-ABE8-0FDE1B9365D5}" dt="2026-03-25T05:28:22.717" v="711" actId="1076"/>
        <pc:sldMkLst>
          <pc:docMk/>
          <pc:sldMk cId="3357789333" sldId="258"/>
        </pc:sldMkLst>
        <pc:spChg chg="del">
          <ac:chgData name="Wang, Xinyu" userId="8bb493b1-c217-48d5-9442-caede8db23f8" providerId="ADAL" clId="{67FC969A-3727-4905-ABE8-0FDE1B9365D5}" dt="2026-03-25T05:25:28.179" v="562" actId="478"/>
          <ac:spMkLst>
            <pc:docMk/>
            <pc:sldMk cId="3357789333" sldId="258"/>
            <ac:spMk id="2" creationId="{0D8E35D3-0FF2-6728-1A3D-A6E7E6F16C63}"/>
          </ac:spMkLst>
        </pc:spChg>
        <pc:spChg chg="del">
          <ac:chgData name="Wang, Xinyu" userId="8bb493b1-c217-48d5-9442-caede8db23f8" providerId="ADAL" clId="{67FC969A-3727-4905-ABE8-0FDE1B9365D5}" dt="2026-03-25T05:25:28.179" v="562" actId="478"/>
          <ac:spMkLst>
            <pc:docMk/>
            <pc:sldMk cId="3357789333" sldId="258"/>
            <ac:spMk id="3" creationId="{7A0783A6-AE35-1DA7-A27E-B96F893BD7E1}"/>
          </ac:spMkLst>
        </pc:spChg>
        <pc:spChg chg="add mod">
          <ac:chgData name="Wang, Xinyu" userId="8bb493b1-c217-48d5-9442-caede8db23f8" providerId="ADAL" clId="{67FC969A-3727-4905-ABE8-0FDE1B9365D5}" dt="2026-03-25T05:27:15.049" v="610" actId="1076"/>
          <ac:spMkLst>
            <pc:docMk/>
            <pc:sldMk cId="3357789333" sldId="258"/>
            <ac:spMk id="6" creationId="{E09F293F-84FD-AA8B-BBC6-370930D1703D}"/>
          </ac:spMkLst>
        </pc:spChg>
        <pc:spChg chg="add mod">
          <ac:chgData name="Wang, Xinyu" userId="8bb493b1-c217-48d5-9442-caede8db23f8" providerId="ADAL" clId="{67FC969A-3727-4905-ABE8-0FDE1B9365D5}" dt="2026-03-25T05:28:16.453" v="707" actId="1076"/>
          <ac:spMkLst>
            <pc:docMk/>
            <pc:sldMk cId="3357789333" sldId="258"/>
            <ac:spMk id="7" creationId="{EFE2F2B3-2D57-ECCB-1AE3-8F53925B8EE1}"/>
          </ac:spMkLst>
        </pc:spChg>
        <pc:picChg chg="add mod">
          <ac:chgData name="Wang, Xinyu" userId="8bb493b1-c217-48d5-9442-caede8db23f8" providerId="ADAL" clId="{67FC969A-3727-4905-ABE8-0FDE1B9365D5}" dt="2026-03-25T05:26:52.268" v="577" actId="1076"/>
          <ac:picMkLst>
            <pc:docMk/>
            <pc:sldMk cId="3357789333" sldId="258"/>
            <ac:picMk id="5" creationId="{FD43EBF5-DB0A-6D0A-B4B6-52CEEAC43208}"/>
          </ac:picMkLst>
        </pc:picChg>
        <pc:picChg chg="add del">
          <ac:chgData name="Wang, Xinyu" userId="8bb493b1-c217-48d5-9442-caede8db23f8" providerId="ADAL" clId="{67FC969A-3727-4905-ABE8-0FDE1B9365D5}" dt="2026-03-25T05:27:34.966" v="636" actId="22"/>
          <ac:picMkLst>
            <pc:docMk/>
            <pc:sldMk cId="3357789333" sldId="258"/>
            <ac:picMk id="9" creationId="{47F7F42C-D3B7-369B-C5F1-626E69A8C506}"/>
          </ac:picMkLst>
        </pc:picChg>
        <pc:picChg chg="add mod">
          <ac:chgData name="Wang, Xinyu" userId="8bb493b1-c217-48d5-9442-caede8db23f8" providerId="ADAL" clId="{67FC969A-3727-4905-ABE8-0FDE1B9365D5}" dt="2026-03-25T05:28:22.717" v="711" actId="1076"/>
          <ac:picMkLst>
            <pc:docMk/>
            <pc:sldMk cId="3357789333" sldId="258"/>
            <ac:picMk id="1026" creationId="{A310573C-BD30-04EF-0CBD-99C5E7FBDAB2}"/>
          </ac:picMkLst>
        </pc:picChg>
      </pc:sldChg>
      <pc:sldChg chg="addSp delSp modSp new mod">
        <pc:chgData name="Wang, Xinyu" userId="8bb493b1-c217-48d5-9442-caede8db23f8" providerId="ADAL" clId="{67FC969A-3727-4905-ABE8-0FDE1B9365D5}" dt="2026-03-25T05:32:05.895" v="786" actId="20577"/>
        <pc:sldMkLst>
          <pc:docMk/>
          <pc:sldMk cId="3413092737" sldId="259"/>
        </pc:sldMkLst>
        <pc:spChg chg="del">
          <ac:chgData name="Wang, Xinyu" userId="8bb493b1-c217-48d5-9442-caede8db23f8" providerId="ADAL" clId="{67FC969A-3727-4905-ABE8-0FDE1B9365D5}" dt="2026-03-25T05:30:41.344" v="715" actId="478"/>
          <ac:spMkLst>
            <pc:docMk/>
            <pc:sldMk cId="3413092737" sldId="259"/>
            <ac:spMk id="2" creationId="{040434BC-2F94-1B97-B76B-9D471E1D8A9E}"/>
          </ac:spMkLst>
        </pc:spChg>
        <pc:spChg chg="del">
          <ac:chgData name="Wang, Xinyu" userId="8bb493b1-c217-48d5-9442-caede8db23f8" providerId="ADAL" clId="{67FC969A-3727-4905-ABE8-0FDE1B9365D5}" dt="2026-03-25T05:30:41.344" v="715" actId="478"/>
          <ac:spMkLst>
            <pc:docMk/>
            <pc:sldMk cId="3413092737" sldId="259"/>
            <ac:spMk id="3" creationId="{2F4829BE-9528-F219-8765-55C93E9B463C}"/>
          </ac:spMkLst>
        </pc:spChg>
        <pc:spChg chg="add mod">
          <ac:chgData name="Wang, Xinyu" userId="8bb493b1-c217-48d5-9442-caede8db23f8" providerId="ADAL" clId="{67FC969A-3727-4905-ABE8-0FDE1B9365D5}" dt="2026-03-25T05:31:09.823" v="749" actId="1076"/>
          <ac:spMkLst>
            <pc:docMk/>
            <pc:sldMk cId="3413092737" sldId="259"/>
            <ac:spMk id="4" creationId="{17B38474-BB1F-6B16-4BB8-892959DCF047}"/>
          </ac:spMkLst>
        </pc:spChg>
        <pc:spChg chg="add del mod">
          <ac:chgData name="Wang, Xinyu" userId="8bb493b1-c217-48d5-9442-caede8db23f8" providerId="ADAL" clId="{67FC969A-3727-4905-ABE8-0FDE1B9365D5}" dt="2026-03-25T05:31:20.709" v="753"/>
          <ac:spMkLst>
            <pc:docMk/>
            <pc:sldMk cId="3413092737" sldId="259"/>
            <ac:spMk id="5" creationId="{13B0C895-EBC6-4649-FEED-96349F271DED}"/>
          </ac:spMkLst>
        </pc:spChg>
        <pc:spChg chg="add mod">
          <ac:chgData name="Wang, Xinyu" userId="8bb493b1-c217-48d5-9442-caede8db23f8" providerId="ADAL" clId="{67FC969A-3727-4905-ABE8-0FDE1B9365D5}" dt="2026-03-25T05:32:05.895" v="786" actId="20577"/>
          <ac:spMkLst>
            <pc:docMk/>
            <pc:sldMk cId="3413092737" sldId="259"/>
            <ac:spMk id="6" creationId="{669876BA-15FB-2BB6-ACF7-21167EC50ED3}"/>
          </ac:spMkLst>
        </pc:spChg>
        <pc:picChg chg="add mod">
          <ac:chgData name="Wang, Xinyu" userId="8bb493b1-c217-48d5-9442-caede8db23f8" providerId="ADAL" clId="{67FC969A-3727-4905-ABE8-0FDE1B9365D5}" dt="2026-03-25T05:32:03.831" v="785" actId="1076"/>
          <ac:picMkLst>
            <pc:docMk/>
            <pc:sldMk cId="3413092737" sldId="259"/>
            <ac:picMk id="2050" creationId="{72DE8EFE-324B-8884-16F0-7EA86300682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10272-8BF2-4B3A-A21A-4502D693F01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55C8A-F2FE-4E8C-995E-4DB73043D3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875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55C8A-F2FE-4E8C-995E-4DB73043D33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185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B3FDC-B904-FB1F-08B7-DE6BCB9BB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FC8A6-FC8A-8B66-C975-16AD8C2F4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B9811-AFAD-75EA-C321-014735C25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2D09F-58BF-4F18-BF67-4CF914EEAC5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B7C35-032D-93C0-CAC8-9CEF06EF2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734B8-2A11-7B3A-B66E-3E2B1173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CB81-CCD0-41BF-9BF7-C5E0CBFCF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26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99F81-03DB-FE4D-E78C-893521A81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605F5-1EAC-A35B-BE09-440DF434B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57E27-48C9-B6D6-5DFB-BFB056E3B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2D09F-58BF-4F18-BF67-4CF914EEAC5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87737-8512-1B28-F76A-AA0F1101C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18377-6258-C745-1038-FF15E550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CB81-CCD0-41BF-9BF7-C5E0CBFCF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4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68E0-4BE1-865A-81D8-573441DF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6FE29-EECB-902C-D0BA-142C6443A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E6D69-3A8D-614C-67B6-A6B589FF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2D09F-58BF-4F18-BF67-4CF914EEAC5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06978-C531-D17A-AD45-ECB58B322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EDCA0-5379-8058-A5B6-99AF57E4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CB81-CCD0-41BF-9BF7-C5E0CBFCF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85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F157F-9167-67BD-682B-1CCBBD28E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AD5A5-5F3F-0109-E48A-9838A46237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91AF3-0D84-A6A5-3EDC-F89B44742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152ED-E25C-7532-F33B-66D09A796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2D09F-58BF-4F18-BF67-4CF914EEAC5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96B83-54D4-56AD-B4CF-FEDE18510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D784F-C944-DC7F-2042-A5D98015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CB81-CCD0-41BF-9BF7-C5E0CBFCF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739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0C29-8CC9-A19D-B6A6-C59043572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42495-0DFD-BBB4-D11E-F5AA7B6C3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4C533-CBFB-67AB-BD18-DE1A38066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9FCDB-63FE-3CAD-67A5-8EF661908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B75787-9155-0DD0-12E1-F4E45F2C6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134117-39AF-FD0F-68E7-33CD88D93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2D09F-58BF-4F18-BF67-4CF914EEAC5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B45B2A-2A92-67E6-EEAF-BAE707C3C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A5AA9D-E38D-2CB8-5C78-88703FB0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CB81-CCD0-41BF-9BF7-C5E0CBFCF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526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04E67-E2EC-A33C-4498-F647BD8D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370A68-9191-07CA-0EDB-59BFD8F5B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2D09F-58BF-4F18-BF67-4CF914EEAC5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F2709-4CE5-9C71-7012-3598E7504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A4C97-D540-0866-7E5F-AD8302B20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CB81-CCD0-41BF-9BF7-C5E0CBFCF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47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AD4F3-84E2-44F3-D294-4793FFF4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2D09F-58BF-4F18-BF67-4CF914EEAC5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136AF-C954-A0A8-EEC9-416B3AFD4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6287D-A648-70D0-0726-4CBECB8EA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CB81-CCD0-41BF-9BF7-C5E0CBFCF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50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C5E37-2FF4-79EA-0D5E-2C600C1D7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D2028-E971-D83C-D637-6954AA3C4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71B7C-214D-C1CF-71D0-BEFE34D9E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FACF9-A5EB-8F55-C524-B54B3DA9C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2D09F-58BF-4F18-BF67-4CF914EEAC5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0AB1B-60D9-DF31-B03B-B5C55B606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27952-0203-CE31-D652-AB93F8DF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CB81-CCD0-41BF-9BF7-C5E0CBFCF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393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46770-4260-3C9A-C769-D20FE2B17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EF140C-29DA-B4FA-FCF1-95060D636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ED1B1-6C95-ECD1-45EC-907BEA696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1571C-FC01-EB43-7CBD-52091C5A1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2D09F-58BF-4F18-BF67-4CF914EEAC5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A5CA9-4F7A-23F5-3746-86FB78A9C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60D85-AF35-D697-11F8-C88322B5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CB81-CCD0-41BF-9BF7-C5E0CBFCF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318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DB7C6-FFC3-493E-66DA-4C133320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99F12-6F06-DA92-D129-F5F394D3D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1C200-84F9-DEBE-F7E6-32CBAD1C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2D09F-58BF-4F18-BF67-4CF914EEAC5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384FB-0313-D2CF-9DAD-CCFF09FFA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8E8FE-FB01-8C8A-8ADA-83923791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CB81-CCD0-41BF-9BF7-C5E0CBFCF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83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B55865-6CB9-B4CC-81A9-F28C9BB95B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00A4A-B7B5-7129-95A0-70DA3C0FA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CB215-D1C4-7ADB-594F-462B85F25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2D09F-58BF-4F18-BF67-4CF914EEAC5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71C2E-A014-A2BC-F76C-807486A4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20FF2-411F-6C62-8697-9A8959B03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2CB81-CCD0-41BF-9BF7-C5E0CBFCF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09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D6AE6-44E2-E9B7-4A92-19BB1622F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DB698-6820-878D-62D4-A0FA13CB1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B3AFD-2DCB-090C-D141-EF3C4316E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2D09F-58BF-4F18-BF67-4CF914EEAC5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B5DA4-6B9E-558E-9A98-DF1F7ECBF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ECAD-848B-D96A-2805-0638E44CC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2CB81-CCD0-41BF-9BF7-C5E0CBFCF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410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1D1BA9-BA5B-0849-F81D-A214FF6D0E12}"/>
              </a:ext>
            </a:extLst>
          </p:cNvPr>
          <p:cNvSpPr txBox="1"/>
          <p:nvPr/>
        </p:nvSpPr>
        <p:spPr>
          <a:xfrm>
            <a:off x="452283" y="206478"/>
            <a:ext cx="315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一、获取程序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54584-27B1-C74A-5038-89A29573EF55}"/>
              </a:ext>
            </a:extLst>
          </p:cNvPr>
          <p:cNvSpPr txBox="1"/>
          <p:nvPr/>
        </p:nvSpPr>
        <p:spPr>
          <a:xfrm>
            <a:off x="452283" y="3662517"/>
            <a:ext cx="91532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在公共盘W:\Data_Transfer\WangTianqi\00_Matlab_Inca_Watchdog路径下，复制到本地，可以自己建一个文件夹命名，例如：</a:t>
            </a:r>
            <a:r>
              <a:rPr lang="en-US" altLang="zh-CN" dirty="0"/>
              <a:t> </a:t>
            </a:r>
            <a:r>
              <a:rPr lang="en-US" altLang="zh-CN" dirty="0" err="1"/>
              <a:t>matlab_inca_watchdog</a:t>
            </a:r>
            <a:endParaRPr lang="zh-CN" alt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D290D05-84B5-CC90-3EAB-A992D6B29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3" y="953584"/>
            <a:ext cx="10163279" cy="2241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290D78-6B3F-D70D-71D3-C3AEB8244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83" y="4845947"/>
            <a:ext cx="6482080" cy="14947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2EF3CC4-65F5-BF4B-7C52-D80594D64D96}"/>
              </a:ext>
            </a:extLst>
          </p:cNvPr>
          <p:cNvSpPr txBox="1"/>
          <p:nvPr/>
        </p:nvSpPr>
        <p:spPr>
          <a:xfrm>
            <a:off x="7728155" y="5211097"/>
            <a:ext cx="383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此处路径需要在下一步做替换</a:t>
            </a:r>
          </a:p>
        </p:txBody>
      </p:sp>
    </p:spTree>
    <p:extLst>
      <p:ext uri="{BB962C8B-B14F-4D97-AF65-F5344CB8AC3E}">
        <p14:creationId xmlns:p14="http://schemas.microsoft.com/office/powerpoint/2010/main" val="1496378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AA2FC0-ED31-CDF8-5573-0E887750EDD2}"/>
              </a:ext>
            </a:extLst>
          </p:cNvPr>
          <p:cNvSpPr txBox="1"/>
          <p:nvPr/>
        </p:nvSpPr>
        <p:spPr>
          <a:xfrm>
            <a:off x="334296" y="147484"/>
            <a:ext cx="315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二、运行程序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CF802-FA2A-7B9F-E2F3-F37340C78423}"/>
              </a:ext>
            </a:extLst>
          </p:cNvPr>
          <p:cNvSpPr txBox="1"/>
          <p:nvPr/>
        </p:nvSpPr>
        <p:spPr>
          <a:xfrm>
            <a:off x="442451" y="1199535"/>
            <a:ext cx="37854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</a:t>
            </a:r>
            <a:r>
              <a:rPr lang="zh-CN" altLang="en-US" sz="2000" dirty="0"/>
              <a:t>、打开命令行窗口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214A4-F4D5-4E23-62CB-2DF28884CC63}"/>
              </a:ext>
            </a:extLst>
          </p:cNvPr>
          <p:cNvSpPr txBox="1"/>
          <p:nvPr/>
        </p:nvSpPr>
        <p:spPr>
          <a:xfrm>
            <a:off x="442451" y="2128476"/>
            <a:ext cx="1183803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、逐行输入以下命令，其中修改替换第一行和第三行中为本地保存的路径，这里的路径与第一张</a:t>
            </a:r>
            <a:r>
              <a:rPr lang="en-US" altLang="zh-CN" dirty="0"/>
              <a:t>PPT</a:t>
            </a:r>
            <a:r>
              <a:rPr lang="zh-CN" altLang="en-US" dirty="0"/>
              <a:t>中的示例路径保持一致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Cd D:\matlab_inca_watchdog</a:t>
            </a:r>
          </a:p>
          <a:p>
            <a:br>
              <a:rPr lang="en-US" altLang="zh-CN" dirty="0"/>
            </a:br>
            <a:r>
              <a:rPr lang="en-US" altLang="zh-CN" dirty="0"/>
              <a:t>$bat = "$</a:t>
            </a:r>
            <a:r>
              <a:rPr lang="en-US" altLang="zh-CN" dirty="0" err="1"/>
              <a:t>env:APPDATA</a:t>
            </a:r>
            <a:r>
              <a:rPr lang="en-US" altLang="zh-CN" dirty="0"/>
              <a:t>\Microsoft\Windows\Start Menu\Programs\Startup\matlab_inca_watchdog_start.bat“</a:t>
            </a:r>
          </a:p>
          <a:p>
            <a:endParaRPr lang="en-US" altLang="zh-CN" dirty="0"/>
          </a:p>
          <a:p>
            <a:r>
              <a:rPr lang="en-US" altLang="zh-CN" dirty="0"/>
              <a:t>Set-Content -Path $bat -Value 'start "" " D:\matlab_inca_watchdog\matlab_inca_watchdog.exe"' –Force</a:t>
            </a:r>
          </a:p>
          <a:p>
            <a:endParaRPr lang="en-US" altLang="zh-CN" dirty="0"/>
          </a:p>
          <a:p>
            <a:r>
              <a:rPr lang="en-US" altLang="zh-CN" dirty="0"/>
              <a:t>Get-Content $bat</a:t>
            </a:r>
          </a:p>
          <a:p>
            <a:r>
              <a:rPr lang="en-US" altLang="zh-CN" dirty="0"/>
              <a:t> </a:t>
            </a:r>
          </a:p>
          <a:p>
            <a:r>
              <a:rPr lang="en-US" altLang="zh-CN" dirty="0"/>
              <a:t>Start-Process -</a:t>
            </a:r>
            <a:r>
              <a:rPr lang="en-US" altLang="zh-CN" dirty="0" err="1"/>
              <a:t>FilePath</a:t>
            </a:r>
            <a:r>
              <a:rPr lang="en-US" altLang="zh-CN" dirty="0"/>
              <a:t> ".\matlab_inca_watchdog.exe"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214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43EBF5-DB0A-6D0A-B4B6-52CEEAC4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897039"/>
            <a:ext cx="11344275" cy="1819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9F293F-84FD-AA8B-BBC6-370930D1703D}"/>
              </a:ext>
            </a:extLst>
          </p:cNvPr>
          <p:cNvSpPr txBox="1"/>
          <p:nvPr/>
        </p:nvSpPr>
        <p:spPr>
          <a:xfrm>
            <a:off x="423862" y="158919"/>
            <a:ext cx="5053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输入状态如下图所示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2F2B3-2D57-ECCB-1AE3-8F53925B8EE1}"/>
              </a:ext>
            </a:extLst>
          </p:cNvPr>
          <p:cNvSpPr txBox="1"/>
          <p:nvPr/>
        </p:nvSpPr>
        <p:spPr>
          <a:xfrm>
            <a:off x="423862" y="4358290"/>
            <a:ext cx="6026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成功运行标志，在任务管理器有右图的程序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10573C-BD30-04EF-0CBD-99C5E7FBD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868" y="2886912"/>
            <a:ext cx="4833896" cy="367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789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B38474-BB1F-6B16-4BB8-892959DCF047}"/>
              </a:ext>
            </a:extLst>
          </p:cNvPr>
          <p:cNvSpPr txBox="1"/>
          <p:nvPr/>
        </p:nvSpPr>
        <p:spPr>
          <a:xfrm>
            <a:off x="403122" y="324465"/>
            <a:ext cx="6764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三、程序使用说明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2DE8EFE-324B-8884-16F0-7EA863006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834" y="2189279"/>
            <a:ext cx="5441781" cy="1013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9876BA-15FB-2BB6-ACF7-21167EC50ED3}"/>
              </a:ext>
            </a:extLst>
          </p:cNvPr>
          <p:cNvSpPr txBox="1"/>
          <p:nvPr/>
        </p:nvSpPr>
        <p:spPr>
          <a:xfrm>
            <a:off x="483385" y="1726616"/>
            <a:ext cx="4355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时间固定在</a:t>
            </a:r>
            <a:r>
              <a:rPr lang="en-US" altLang="zh-CN" sz="2400" dirty="0"/>
              <a:t>17</a:t>
            </a:r>
            <a:r>
              <a:rPr lang="zh-CN" altLang="en-US" sz="2400" dirty="0"/>
              <a:t>：</a:t>
            </a:r>
            <a:r>
              <a:rPr lang="en-US" altLang="zh-CN" sz="2400" dirty="0"/>
              <a:t>15</a:t>
            </a:r>
            <a:r>
              <a:rPr lang="zh-CN" altLang="en-US" sz="2400" dirty="0"/>
              <a:t>弹窗，</a:t>
            </a:r>
            <a:r>
              <a:rPr lang="en-US" altLang="zh-CN" sz="2400" dirty="0"/>
              <a:t>3</a:t>
            </a:r>
            <a:r>
              <a:rPr lang="zh-CN" altLang="en-US" sz="2400" dirty="0"/>
              <a:t>分钟后自动关闭，如果继续使用则每隔一小时弹窗一次，直到关闭。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13092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4C2F901B9BD74AB3CE08FFBF710309" ma:contentTypeVersion="12" ma:contentTypeDescription="Create a new document." ma:contentTypeScope="" ma:versionID="f1d351a259c872ea24d4383c57193609">
  <xsd:schema xmlns:xsd="http://www.w3.org/2001/XMLSchema" xmlns:xs="http://www.w3.org/2001/XMLSchema" xmlns:p="http://schemas.microsoft.com/office/2006/metadata/properties" xmlns:ns2="a88e5e2f-839d-4202-bdfc-f0662dfc1247" xmlns:ns3="7413e2d2-a362-4138-acab-52df04cc569e" targetNamespace="http://schemas.microsoft.com/office/2006/metadata/properties" ma:root="true" ma:fieldsID="a8da876419946b13a5c8bd40ba7ead76" ns2:_="" ns3:_="">
    <xsd:import namespace="a88e5e2f-839d-4202-bdfc-f0662dfc1247"/>
    <xsd:import namespace="7413e2d2-a362-4138-acab-52df04cc56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8e5e2f-839d-4202-bdfc-f0662dfc12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b937219-7576-41a1-b649-10f96e1e170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13e2d2-a362-4138-acab-52df04cc569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8fcdd39-44dc-47cd-be40-791f55672f11}" ma:internalName="TaxCatchAll" ma:showField="CatchAllData" ma:web="7413e2d2-a362-4138-acab-52df04cc56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88e5e2f-839d-4202-bdfc-f0662dfc1247">
      <Terms xmlns="http://schemas.microsoft.com/office/infopath/2007/PartnerControls"/>
    </lcf76f155ced4ddcb4097134ff3c332f>
    <TaxCatchAll xmlns="7413e2d2-a362-4138-acab-52df04cc569e" xsi:nil="true"/>
  </documentManagement>
</p:properties>
</file>

<file path=customXml/itemProps1.xml><?xml version="1.0" encoding="utf-8"?>
<ds:datastoreItem xmlns:ds="http://schemas.openxmlformats.org/officeDocument/2006/customXml" ds:itemID="{9B9BFC83-1328-4218-94D8-B08602E88426}"/>
</file>

<file path=customXml/itemProps2.xml><?xml version="1.0" encoding="utf-8"?>
<ds:datastoreItem xmlns:ds="http://schemas.openxmlformats.org/officeDocument/2006/customXml" ds:itemID="{1C5C4EB8-FFF6-4982-AE51-85574EAB57DF}"/>
</file>

<file path=customXml/itemProps3.xml><?xml version="1.0" encoding="utf-8"?>
<ds:datastoreItem xmlns:ds="http://schemas.openxmlformats.org/officeDocument/2006/customXml" ds:itemID="{F4FEA443-2B23-4D89-961F-099DDC16870B}"/>
</file>

<file path=docMetadata/LabelInfo.xml><?xml version="1.0" encoding="utf-8"?>
<clbl:labelList xmlns:clbl="http://schemas.microsoft.com/office/2020/mipLabelMetadata">
  <clbl:label id="{39b77101-99b7-41c9-8d6a-7794b9d48476}" enabled="0" method="" siteId="{39b77101-99b7-41c9-8d6a-7794b9d484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229</Words>
  <Application>Microsoft Office PowerPoint</Application>
  <PresentationFormat>Widescreen</PresentationFormat>
  <Paragraphs>20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Xinyu</dc:creator>
  <cp:lastModifiedBy>Wang, Xinyu</cp:lastModifiedBy>
  <cp:revision>1</cp:revision>
  <dcterms:created xsi:type="dcterms:W3CDTF">2026-03-25T05:11:54Z</dcterms:created>
  <dcterms:modified xsi:type="dcterms:W3CDTF">2026-03-25T05:32:07Z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0x010100344C2F901B9BD74AB3CE08FFBF710309</vt:lpwstr>
  </property>
</Properties>
</file>