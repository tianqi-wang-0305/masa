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5" r:id="rId2"/>
    <p:sldId id="280" r:id="rId3"/>
    <p:sldId id="279" r:id="rId4"/>
    <p:sldId id="278" r:id="rId5"/>
    <p:sldId id="276" r:id="rId6"/>
    <p:sldId id="277" r:id="rId7"/>
    <p:sldId id="282" r:id="rId8"/>
    <p:sldId id="283" r:id="rId9"/>
    <p:sldId id="271" r:id="rId10"/>
    <p:sldId id="256" r:id="rId11"/>
    <p:sldId id="266" r:id="rId12"/>
    <p:sldId id="265" r:id="rId13"/>
    <p:sldId id="269" r:id="rId14"/>
    <p:sldId id="270" r:id="rId15"/>
    <p:sldId id="257" r:id="rId16"/>
    <p:sldId id="272" r:id="rId17"/>
    <p:sldId id="263" r:id="rId18"/>
    <p:sldId id="268" r:id="rId19"/>
    <p:sldId id="264" r:id="rId20"/>
    <p:sldId id="273" r:id="rId21"/>
    <p:sldId id="274" r:id="rId22"/>
    <p:sldId id="267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通用脚本" id="{B2469043-D1A8-4D81-B3BA-DB10776F5E1A}">
          <p14:sldIdLst>
            <p14:sldId id="275"/>
            <p14:sldId id="280"/>
            <p14:sldId id="279"/>
            <p14:sldId id="278"/>
            <p14:sldId id="276"/>
            <p14:sldId id="277"/>
            <p14:sldId id="282"/>
            <p14:sldId id="283"/>
          </p14:sldIdLst>
        </p14:section>
        <p14:section name="模型建立" id="{DA4B72C8-69A6-40D8-99FD-7280C0B62114}">
          <p14:sldIdLst>
            <p14:sldId id="271"/>
            <p14:sldId id="256"/>
            <p14:sldId id="266"/>
          </p14:sldIdLst>
        </p14:section>
        <p14:section name="代码生成脚本使用方法" id="{3D57A66A-CF28-44D6-BF69-087201C026BA}">
          <p14:sldIdLst>
            <p14:sldId id="265"/>
            <p14:sldId id="269"/>
            <p14:sldId id="270"/>
          </p14:sldIdLst>
        </p14:section>
        <p14:section name="模型配置" id="{4EB59961-8C91-499E-AEA3-393E74C720F0}">
          <p14:sldIdLst>
            <p14:sldId id="257"/>
            <p14:sldId id="272"/>
            <p14:sldId id="263"/>
            <p14:sldId id="268"/>
            <p14:sldId id="264"/>
            <p14:sldId id="273"/>
            <p14:sldId id="274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7314BB-327F-487C-BC03-6100E515CA7F}" v="75" dt="2026-03-25T00:46:58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56" autoAdjust="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Xinyu" userId="8bb493b1-c217-48d5-9442-caede8db23f8" providerId="ADAL" clId="{67FC969A-3727-4905-ABE8-0FDE1B9365D5}"/>
    <pc:docChg chg="undo custSel addSld delSld modSld sldOrd addSection delSection modSection">
      <pc:chgData name="Wang, Xinyu" userId="8bb493b1-c217-48d5-9442-caede8db23f8" providerId="ADAL" clId="{67FC969A-3727-4905-ABE8-0FDE1B9365D5}" dt="2026-03-25T00:47:35.652" v="3471" actId="1076"/>
      <pc:docMkLst>
        <pc:docMk/>
      </pc:docMkLst>
      <pc:sldChg chg="addSp delSp modSp new mod ord">
        <pc:chgData name="Wang, Xinyu" userId="8bb493b1-c217-48d5-9442-caede8db23f8" providerId="ADAL" clId="{67FC969A-3727-4905-ABE8-0FDE1B9365D5}" dt="2026-03-13T08:05:26.881" v="2711" actId="1076"/>
        <pc:sldMkLst>
          <pc:docMk/>
          <pc:sldMk cId="1881917343" sldId="256"/>
        </pc:sldMkLst>
        <pc:spChg chg="add mod">
          <ac:chgData name="Wang, Xinyu" userId="8bb493b1-c217-48d5-9442-caede8db23f8" providerId="ADAL" clId="{67FC969A-3727-4905-ABE8-0FDE1B9365D5}" dt="2026-03-13T08:05:26.881" v="2711" actId="1076"/>
          <ac:spMkLst>
            <pc:docMk/>
            <pc:sldMk cId="1881917343" sldId="256"/>
            <ac:spMk id="6" creationId="{93FE75CC-DE7F-834E-2205-B0CCA913D130}"/>
          </ac:spMkLst>
        </pc:spChg>
        <pc:spChg chg="add mod">
          <ac:chgData name="Wang, Xinyu" userId="8bb493b1-c217-48d5-9442-caede8db23f8" providerId="ADAL" clId="{67FC969A-3727-4905-ABE8-0FDE1B9365D5}" dt="2026-03-13T08:05:16.124" v="2709" actId="113"/>
          <ac:spMkLst>
            <pc:docMk/>
            <pc:sldMk cId="1881917343" sldId="256"/>
            <ac:spMk id="11" creationId="{09A72940-7A93-D9C4-0804-0DCE3CA7F23A}"/>
          </ac:spMkLst>
        </pc:spChg>
        <pc:picChg chg="add mod">
          <ac:chgData name="Wang, Xinyu" userId="8bb493b1-c217-48d5-9442-caede8db23f8" providerId="ADAL" clId="{67FC969A-3727-4905-ABE8-0FDE1B9365D5}" dt="2026-03-13T02:12:35.700" v="664" actId="1076"/>
          <ac:picMkLst>
            <pc:docMk/>
            <pc:sldMk cId="1881917343" sldId="256"/>
            <ac:picMk id="5" creationId="{69C59E29-06C8-A6DB-1509-E3D6F3A431E6}"/>
          </ac:picMkLst>
        </pc:picChg>
        <pc:picChg chg="add mod">
          <ac:chgData name="Wang, Xinyu" userId="8bb493b1-c217-48d5-9442-caede8db23f8" providerId="ADAL" clId="{67FC969A-3727-4905-ABE8-0FDE1B9365D5}" dt="2026-03-13T02:12:35.700" v="664" actId="1076"/>
          <ac:picMkLst>
            <pc:docMk/>
            <pc:sldMk cId="1881917343" sldId="256"/>
            <ac:picMk id="12" creationId="{DDAF9557-B1E9-BAED-6495-B64AD12D1E3C}"/>
          </ac:picMkLst>
        </pc:picChg>
        <pc:cxnChg chg="add mod">
          <ac:chgData name="Wang, Xinyu" userId="8bb493b1-c217-48d5-9442-caede8db23f8" providerId="ADAL" clId="{67FC969A-3727-4905-ABE8-0FDE1B9365D5}" dt="2026-03-13T05:36:21.827" v="2023" actId="208"/>
          <ac:cxnSpMkLst>
            <pc:docMk/>
            <pc:sldMk cId="1881917343" sldId="256"/>
            <ac:cxnSpMk id="15" creationId="{B12D93D3-7A91-BA26-DA2A-CA1481A6E9EC}"/>
          </ac:cxnSpMkLst>
        </pc:cxnChg>
      </pc:sldChg>
      <pc:sldChg chg="addSp delSp modSp new mod ord">
        <pc:chgData name="Wang, Xinyu" userId="8bb493b1-c217-48d5-9442-caede8db23f8" providerId="ADAL" clId="{67FC969A-3727-4905-ABE8-0FDE1B9365D5}" dt="2026-03-13T08:06:53.189" v="2725" actId="20577"/>
        <pc:sldMkLst>
          <pc:docMk/>
          <pc:sldMk cId="4161990748" sldId="257"/>
        </pc:sldMkLst>
        <pc:spChg chg="add mod">
          <ac:chgData name="Wang, Xinyu" userId="8bb493b1-c217-48d5-9442-caede8db23f8" providerId="ADAL" clId="{67FC969A-3727-4905-ABE8-0FDE1B9365D5}" dt="2026-03-13T02:23:58.446" v="837" actId="403"/>
          <ac:spMkLst>
            <pc:docMk/>
            <pc:sldMk cId="4161990748" sldId="257"/>
            <ac:spMk id="8" creationId="{E5FCFF00-669B-F53E-7C8A-BEB933C7B05B}"/>
          </ac:spMkLst>
        </pc:spChg>
        <pc:spChg chg="add mod">
          <ac:chgData name="Wang, Xinyu" userId="8bb493b1-c217-48d5-9442-caede8db23f8" providerId="ADAL" clId="{67FC969A-3727-4905-ABE8-0FDE1B9365D5}" dt="2026-03-13T08:06:53.189" v="2725" actId="20577"/>
          <ac:spMkLst>
            <pc:docMk/>
            <pc:sldMk cId="4161990748" sldId="257"/>
            <ac:spMk id="19" creationId="{B531A249-E4E5-F895-2B65-2C852F48BEF1}"/>
          </ac:spMkLst>
        </pc:spChg>
        <pc:picChg chg="add mod">
          <ac:chgData name="Wang, Xinyu" userId="8bb493b1-c217-48d5-9442-caede8db23f8" providerId="ADAL" clId="{67FC969A-3727-4905-ABE8-0FDE1B9365D5}" dt="2026-03-13T07:54:54.840" v="2354" actId="14100"/>
          <ac:picMkLst>
            <pc:docMk/>
            <pc:sldMk cId="4161990748" sldId="257"/>
            <ac:picMk id="10" creationId="{29C19EBD-3409-6B7F-5113-E76680A9FBA6}"/>
          </ac:picMkLst>
        </pc:picChg>
        <pc:picChg chg="add mod">
          <ac:chgData name="Wang, Xinyu" userId="8bb493b1-c217-48d5-9442-caede8db23f8" providerId="ADAL" clId="{67FC969A-3727-4905-ABE8-0FDE1B9365D5}" dt="2026-03-13T07:54:57.047" v="2361" actId="1076"/>
          <ac:picMkLst>
            <pc:docMk/>
            <pc:sldMk cId="4161990748" sldId="257"/>
            <ac:picMk id="11" creationId="{08969937-6782-874F-16DB-4021206DAC65}"/>
          </ac:picMkLst>
        </pc:picChg>
        <pc:picChg chg="add mod">
          <ac:chgData name="Wang, Xinyu" userId="8bb493b1-c217-48d5-9442-caede8db23f8" providerId="ADAL" clId="{67FC969A-3727-4905-ABE8-0FDE1B9365D5}" dt="2026-03-13T02:16:48.154" v="696" actId="1076"/>
          <ac:picMkLst>
            <pc:docMk/>
            <pc:sldMk cId="4161990748" sldId="257"/>
            <ac:picMk id="12" creationId="{58A3AB40-1295-01FF-5A5E-6B5F7AF356AE}"/>
          </ac:picMkLst>
        </pc:picChg>
        <pc:picChg chg="add mod">
          <ac:chgData name="Wang, Xinyu" userId="8bb493b1-c217-48d5-9442-caede8db23f8" providerId="ADAL" clId="{67FC969A-3727-4905-ABE8-0FDE1B9365D5}" dt="2026-03-13T07:54:57.491" v="2362" actId="1076"/>
          <ac:picMkLst>
            <pc:docMk/>
            <pc:sldMk cId="4161990748" sldId="257"/>
            <ac:picMk id="13" creationId="{C1D92368-7A8A-080F-A704-4C7DD5095933}"/>
          </ac:picMkLst>
        </pc:picChg>
        <pc:picChg chg="add mod">
          <ac:chgData name="Wang, Xinyu" userId="8bb493b1-c217-48d5-9442-caede8db23f8" providerId="ADAL" clId="{67FC969A-3727-4905-ABE8-0FDE1B9365D5}" dt="2026-03-13T07:54:57.980" v="2363" actId="1076"/>
          <ac:picMkLst>
            <pc:docMk/>
            <pc:sldMk cId="4161990748" sldId="257"/>
            <ac:picMk id="14" creationId="{416DA71A-1413-8CA9-4261-6DCA98BC90DF}"/>
          </ac:picMkLst>
        </pc:picChg>
        <pc:cxnChg chg="add del mod">
          <ac:chgData name="Wang, Xinyu" userId="8bb493b1-c217-48d5-9442-caede8db23f8" providerId="ADAL" clId="{67FC969A-3727-4905-ABE8-0FDE1B9365D5}" dt="2026-03-13T07:54:57.047" v="2361" actId="1076"/>
          <ac:cxnSpMkLst>
            <pc:docMk/>
            <pc:sldMk cId="4161990748" sldId="257"/>
            <ac:cxnSpMk id="15" creationId="{53B8F083-52E2-7B3C-0F37-ADA2E1E31552}"/>
          </ac:cxnSpMkLst>
        </pc:cxnChg>
        <pc:cxnChg chg="add del mod">
          <ac:chgData name="Wang, Xinyu" userId="8bb493b1-c217-48d5-9442-caede8db23f8" providerId="ADAL" clId="{67FC969A-3727-4905-ABE8-0FDE1B9365D5}" dt="2026-03-13T07:54:57.047" v="2361" actId="1076"/>
          <ac:cxnSpMkLst>
            <pc:docMk/>
            <pc:sldMk cId="4161990748" sldId="257"/>
            <ac:cxnSpMk id="18" creationId="{F435C44D-D379-C0EA-2C49-11BAEE63BD72}"/>
          </ac:cxnSpMkLst>
        </pc:cxnChg>
        <pc:cxnChg chg="add del mod">
          <ac:chgData name="Wang, Xinyu" userId="8bb493b1-c217-48d5-9442-caede8db23f8" providerId="ADAL" clId="{67FC969A-3727-4905-ABE8-0FDE1B9365D5}" dt="2026-03-13T07:54:57.980" v="2363" actId="1076"/>
          <ac:cxnSpMkLst>
            <pc:docMk/>
            <pc:sldMk cId="4161990748" sldId="257"/>
            <ac:cxnSpMk id="24" creationId="{FB9A0EA9-3862-3CA7-9F03-DEC6DBF8753C}"/>
          </ac:cxnSpMkLst>
        </pc:cxnChg>
        <pc:cxnChg chg="add del mod">
          <ac:chgData name="Wang, Xinyu" userId="8bb493b1-c217-48d5-9442-caede8db23f8" providerId="ADAL" clId="{67FC969A-3727-4905-ABE8-0FDE1B9365D5}" dt="2026-03-13T07:54:57.491" v="2362" actId="1076"/>
          <ac:cxnSpMkLst>
            <pc:docMk/>
            <pc:sldMk cId="4161990748" sldId="257"/>
            <ac:cxnSpMk id="28" creationId="{5D165489-113C-5A58-1B9E-5D54C37D9A4F}"/>
          </ac:cxnSpMkLst>
        </pc:cxnChg>
      </pc:sldChg>
      <pc:sldChg chg="addSp delSp modSp new mod ord">
        <pc:chgData name="Wang, Xinyu" userId="8bb493b1-c217-48d5-9442-caede8db23f8" providerId="ADAL" clId="{67FC969A-3727-4905-ABE8-0FDE1B9365D5}" dt="2026-03-13T08:02:59.734" v="2683" actId="1076"/>
        <pc:sldMkLst>
          <pc:docMk/>
          <pc:sldMk cId="3523330577" sldId="263"/>
        </pc:sldMkLst>
        <pc:spChg chg="add mod">
          <ac:chgData name="Wang, Xinyu" userId="8bb493b1-c217-48d5-9442-caede8db23f8" providerId="ADAL" clId="{67FC969A-3727-4905-ABE8-0FDE1B9365D5}" dt="2026-03-13T08:02:59.734" v="2683" actId="1076"/>
          <ac:spMkLst>
            <pc:docMk/>
            <pc:sldMk cId="3523330577" sldId="263"/>
            <ac:spMk id="15" creationId="{800F60EB-6769-F47F-EC0A-B45F2F14A792}"/>
          </ac:spMkLst>
        </pc:spChg>
        <pc:spChg chg="add mod">
          <ac:chgData name="Wang, Xinyu" userId="8bb493b1-c217-48d5-9442-caede8db23f8" providerId="ADAL" clId="{67FC969A-3727-4905-ABE8-0FDE1B9365D5}" dt="2026-03-13T08:02:50.257" v="2680" actId="20577"/>
          <ac:spMkLst>
            <pc:docMk/>
            <pc:sldMk cId="3523330577" sldId="263"/>
            <ac:spMk id="17" creationId="{F643B318-B1BA-EE55-53D0-6D15158F0B3A}"/>
          </ac:spMkLst>
        </pc:spChg>
        <pc:picChg chg="add mod">
          <ac:chgData name="Wang, Xinyu" userId="8bb493b1-c217-48d5-9442-caede8db23f8" providerId="ADAL" clId="{67FC969A-3727-4905-ABE8-0FDE1B9365D5}" dt="2026-03-13T08:01:36.675" v="2564" actId="1076"/>
          <ac:picMkLst>
            <pc:docMk/>
            <pc:sldMk cId="3523330577" sldId="263"/>
            <ac:picMk id="9" creationId="{C80BC0D4-59BE-B39F-80F0-BB97AA331589}"/>
          </ac:picMkLst>
        </pc:picChg>
        <pc:picChg chg="add mod">
          <ac:chgData name="Wang, Xinyu" userId="8bb493b1-c217-48d5-9442-caede8db23f8" providerId="ADAL" clId="{67FC969A-3727-4905-ABE8-0FDE1B9365D5}" dt="2026-03-13T08:01:39.750" v="2565" actId="1076"/>
          <ac:picMkLst>
            <pc:docMk/>
            <pc:sldMk cId="3523330577" sldId="263"/>
            <ac:picMk id="10" creationId="{AA0F7569-4B98-36D5-289A-68BFBF936AE6}"/>
          </ac:picMkLst>
        </pc:picChg>
        <pc:picChg chg="add mod">
          <ac:chgData name="Wang, Xinyu" userId="8bb493b1-c217-48d5-9442-caede8db23f8" providerId="ADAL" clId="{67FC969A-3727-4905-ABE8-0FDE1B9365D5}" dt="2026-03-13T08:01:46.305" v="2566" actId="1076"/>
          <ac:picMkLst>
            <pc:docMk/>
            <pc:sldMk cId="3523330577" sldId="263"/>
            <ac:picMk id="11" creationId="{45886236-B2FF-D7EE-5C94-28C3C1EBBD65}"/>
          </ac:picMkLst>
        </pc:picChg>
        <pc:picChg chg="add mod">
          <ac:chgData name="Wang, Xinyu" userId="8bb493b1-c217-48d5-9442-caede8db23f8" providerId="ADAL" clId="{67FC969A-3727-4905-ABE8-0FDE1B9365D5}" dt="2026-03-13T08:00:50.484" v="2552" actId="1076"/>
          <ac:picMkLst>
            <pc:docMk/>
            <pc:sldMk cId="3523330577" sldId="263"/>
            <ac:picMk id="19" creationId="{AC533F1F-3178-52AB-EEB7-6675DE890D30}"/>
          </ac:picMkLst>
        </pc:picChg>
        <pc:picChg chg="add mod">
          <ac:chgData name="Wang, Xinyu" userId="8bb493b1-c217-48d5-9442-caede8db23f8" providerId="ADAL" clId="{67FC969A-3727-4905-ABE8-0FDE1B9365D5}" dt="2026-03-13T08:01:16.285" v="2561" actId="1076"/>
          <ac:picMkLst>
            <pc:docMk/>
            <pc:sldMk cId="3523330577" sldId="263"/>
            <ac:picMk id="21" creationId="{CF511252-A2D4-D141-2C62-59A2E1049320}"/>
          </ac:picMkLst>
        </pc:picChg>
        <pc:cxnChg chg="add mod">
          <ac:chgData name="Wang, Xinyu" userId="8bb493b1-c217-48d5-9442-caede8db23f8" providerId="ADAL" clId="{67FC969A-3727-4905-ABE8-0FDE1B9365D5}" dt="2026-03-13T08:01:19.520" v="2562" actId="14100"/>
          <ac:cxnSpMkLst>
            <pc:docMk/>
            <pc:sldMk cId="3523330577" sldId="263"/>
            <ac:cxnSpMk id="28" creationId="{6F638DF5-0A01-C9DE-E400-34B2BDDA3915}"/>
          </ac:cxnSpMkLst>
        </pc:cxnChg>
      </pc:sldChg>
      <pc:sldChg chg="addSp delSp modSp new mod ord">
        <pc:chgData name="Wang, Xinyu" userId="8bb493b1-c217-48d5-9442-caede8db23f8" providerId="ADAL" clId="{67FC969A-3727-4905-ABE8-0FDE1B9365D5}" dt="2026-03-13T08:08:40.912" v="2803" actId="20577"/>
        <pc:sldMkLst>
          <pc:docMk/>
          <pc:sldMk cId="2077846979" sldId="264"/>
        </pc:sldMkLst>
        <pc:spChg chg="add mod">
          <ac:chgData name="Wang, Xinyu" userId="8bb493b1-c217-48d5-9442-caede8db23f8" providerId="ADAL" clId="{67FC969A-3727-4905-ABE8-0FDE1B9365D5}" dt="2026-03-13T02:24:09.235" v="840" actId="14100"/>
          <ac:spMkLst>
            <pc:docMk/>
            <pc:sldMk cId="2077846979" sldId="264"/>
            <ac:spMk id="4" creationId="{024C9955-3645-DC91-AC68-6139CFD59552}"/>
          </ac:spMkLst>
        </pc:spChg>
        <pc:spChg chg="add mod">
          <ac:chgData name="Wang, Xinyu" userId="8bb493b1-c217-48d5-9442-caede8db23f8" providerId="ADAL" clId="{67FC969A-3727-4905-ABE8-0FDE1B9365D5}" dt="2026-03-13T08:08:40.912" v="2803" actId="20577"/>
          <ac:spMkLst>
            <pc:docMk/>
            <pc:sldMk cId="2077846979" sldId="264"/>
            <ac:spMk id="7" creationId="{5E65230A-62C9-1535-6599-0503FE96070A}"/>
          </ac:spMkLst>
        </pc:spChg>
        <pc:picChg chg="add mod">
          <ac:chgData name="Wang, Xinyu" userId="8bb493b1-c217-48d5-9442-caede8db23f8" providerId="ADAL" clId="{67FC969A-3727-4905-ABE8-0FDE1B9365D5}" dt="2026-03-13T01:04:06.285" v="483" actId="1076"/>
          <ac:picMkLst>
            <pc:docMk/>
            <pc:sldMk cId="2077846979" sldId="264"/>
            <ac:picMk id="9" creationId="{8E916C0D-0C31-3ACE-10AD-C10B18E8051C}"/>
          </ac:picMkLst>
        </pc:picChg>
        <pc:picChg chg="add mod">
          <ac:chgData name="Wang, Xinyu" userId="8bb493b1-c217-48d5-9442-caede8db23f8" providerId="ADAL" clId="{67FC969A-3727-4905-ABE8-0FDE1B9365D5}" dt="2026-03-13T01:04:04.674" v="482" actId="1076"/>
          <ac:picMkLst>
            <pc:docMk/>
            <pc:sldMk cId="2077846979" sldId="264"/>
            <ac:picMk id="11" creationId="{E9E3603E-4ADE-5852-6D2F-1640FA902C46}"/>
          </ac:picMkLst>
        </pc:picChg>
      </pc:sldChg>
      <pc:sldChg chg="addSp delSp modSp new mod ord">
        <pc:chgData name="Wang, Xinyu" userId="8bb493b1-c217-48d5-9442-caede8db23f8" providerId="ADAL" clId="{67FC969A-3727-4905-ABE8-0FDE1B9365D5}" dt="2026-03-13T07:50:16.499" v="2244" actId="1076"/>
        <pc:sldMkLst>
          <pc:docMk/>
          <pc:sldMk cId="2061200686" sldId="265"/>
        </pc:sldMkLst>
        <pc:spChg chg="add mod">
          <ac:chgData name="Wang, Xinyu" userId="8bb493b1-c217-48d5-9442-caede8db23f8" providerId="ADAL" clId="{67FC969A-3727-4905-ABE8-0FDE1B9365D5}" dt="2026-03-13T02:55:23.558" v="1512" actId="20577"/>
          <ac:spMkLst>
            <pc:docMk/>
            <pc:sldMk cId="2061200686" sldId="265"/>
            <ac:spMk id="4" creationId="{F37E6F49-C44E-2E1D-40A2-C899D460E791}"/>
          </ac:spMkLst>
        </pc:spChg>
        <pc:spChg chg="add mod">
          <ac:chgData name="Wang, Xinyu" userId="8bb493b1-c217-48d5-9442-caede8db23f8" providerId="ADAL" clId="{67FC969A-3727-4905-ABE8-0FDE1B9365D5}" dt="2026-03-13T07:49:03.459" v="2205" actId="1076"/>
          <ac:spMkLst>
            <pc:docMk/>
            <pc:sldMk cId="2061200686" sldId="265"/>
            <ac:spMk id="10" creationId="{AE544CF4-12AC-5B9B-A58B-6E81ABBA50F3}"/>
          </ac:spMkLst>
        </pc:spChg>
        <pc:spChg chg="add mod">
          <ac:chgData name="Wang, Xinyu" userId="8bb493b1-c217-48d5-9442-caede8db23f8" providerId="ADAL" clId="{67FC969A-3727-4905-ABE8-0FDE1B9365D5}" dt="2026-03-13T07:50:16.499" v="2244" actId="1076"/>
          <ac:spMkLst>
            <pc:docMk/>
            <pc:sldMk cId="2061200686" sldId="265"/>
            <ac:spMk id="14" creationId="{AF4EFAD6-5FE5-BDAC-6EFB-E37514995DA2}"/>
          </ac:spMkLst>
        </pc:spChg>
        <pc:picChg chg="add mod">
          <ac:chgData name="Wang, Xinyu" userId="8bb493b1-c217-48d5-9442-caede8db23f8" providerId="ADAL" clId="{67FC969A-3727-4905-ABE8-0FDE1B9365D5}" dt="2026-03-13T07:45:22.651" v="2129" actId="1076"/>
          <ac:picMkLst>
            <pc:docMk/>
            <pc:sldMk cId="2061200686" sldId="265"/>
            <ac:picMk id="6" creationId="{24CB1B2C-6F66-344D-B514-485F3BCCFC72}"/>
          </ac:picMkLst>
        </pc:picChg>
        <pc:picChg chg="add mod">
          <ac:chgData name="Wang, Xinyu" userId="8bb493b1-c217-48d5-9442-caede8db23f8" providerId="ADAL" clId="{67FC969A-3727-4905-ABE8-0FDE1B9365D5}" dt="2026-03-13T07:49:53.625" v="2209" actId="14100"/>
          <ac:picMkLst>
            <pc:docMk/>
            <pc:sldMk cId="2061200686" sldId="265"/>
            <ac:picMk id="13" creationId="{4966ACCE-ABD5-D505-B895-F9AEF291227D}"/>
          </ac:picMkLst>
        </pc:picChg>
      </pc:sldChg>
      <pc:sldChg chg="addSp delSp modSp new mod ord">
        <pc:chgData name="Wang, Xinyu" userId="8bb493b1-c217-48d5-9442-caede8db23f8" providerId="ADAL" clId="{67FC969A-3727-4905-ABE8-0FDE1B9365D5}" dt="2026-03-13T07:28:59.265" v="2042"/>
        <pc:sldMkLst>
          <pc:docMk/>
          <pc:sldMk cId="919667066" sldId="266"/>
        </pc:sldMkLst>
        <pc:spChg chg="add mod">
          <ac:chgData name="Wang, Xinyu" userId="8bb493b1-c217-48d5-9442-caede8db23f8" providerId="ADAL" clId="{67FC969A-3727-4905-ABE8-0FDE1B9365D5}" dt="2026-03-13T05:36:41.353" v="2025" actId="255"/>
          <ac:spMkLst>
            <pc:docMk/>
            <pc:sldMk cId="919667066" sldId="266"/>
            <ac:spMk id="8" creationId="{1DDD96C3-AC85-7E78-1548-6AA63653BB62}"/>
          </ac:spMkLst>
        </pc:spChg>
        <pc:picChg chg="add mod">
          <ac:chgData name="Wang, Xinyu" userId="8bb493b1-c217-48d5-9442-caede8db23f8" providerId="ADAL" clId="{67FC969A-3727-4905-ABE8-0FDE1B9365D5}" dt="2026-03-13T02:11:59.092" v="657" actId="1076"/>
          <ac:picMkLst>
            <pc:docMk/>
            <pc:sldMk cId="919667066" sldId="266"/>
            <ac:picMk id="6" creationId="{BFAF17AE-A775-5F5B-C926-4A2FF3704B1E}"/>
          </ac:picMkLst>
        </pc:picChg>
        <pc:picChg chg="add mod">
          <ac:chgData name="Wang, Xinyu" userId="8bb493b1-c217-48d5-9442-caede8db23f8" providerId="ADAL" clId="{67FC969A-3727-4905-ABE8-0FDE1B9365D5}" dt="2026-03-13T02:11:58.348" v="656" actId="1076"/>
          <ac:picMkLst>
            <pc:docMk/>
            <pc:sldMk cId="919667066" sldId="266"/>
            <ac:picMk id="13" creationId="{ECCCA8FE-9316-3654-3BF5-958C01CB85A4}"/>
          </ac:picMkLst>
        </pc:picChg>
        <pc:cxnChg chg="add mod">
          <ac:chgData name="Wang, Xinyu" userId="8bb493b1-c217-48d5-9442-caede8db23f8" providerId="ADAL" clId="{67FC969A-3727-4905-ABE8-0FDE1B9365D5}" dt="2026-03-13T05:36:29.670" v="2024" actId="208"/>
          <ac:cxnSpMkLst>
            <pc:docMk/>
            <pc:sldMk cId="919667066" sldId="266"/>
            <ac:cxnSpMk id="9" creationId="{46C91214-D2D9-A8D0-48F3-62E7B267498E}"/>
          </ac:cxnSpMkLst>
        </pc:cxnChg>
      </pc:sldChg>
      <pc:sldChg chg="addSp delSp modSp new mod ord">
        <pc:chgData name="Wang, Xinyu" userId="8bb493b1-c217-48d5-9442-caede8db23f8" providerId="ADAL" clId="{67FC969A-3727-4905-ABE8-0FDE1B9365D5}" dt="2026-03-13T08:25:20.945" v="3004" actId="1076"/>
        <pc:sldMkLst>
          <pc:docMk/>
          <pc:sldMk cId="1142133504" sldId="267"/>
        </pc:sldMkLst>
        <pc:spChg chg="add mod">
          <ac:chgData name="Wang, Xinyu" userId="8bb493b1-c217-48d5-9442-caede8db23f8" providerId="ADAL" clId="{67FC969A-3727-4905-ABE8-0FDE1B9365D5}" dt="2026-03-13T08:25:20.945" v="3004" actId="1076"/>
          <ac:spMkLst>
            <pc:docMk/>
            <pc:sldMk cId="1142133504" sldId="267"/>
            <ac:spMk id="2" creationId="{4AF11191-90A0-2E66-D9B6-484EB69D46BD}"/>
          </ac:spMkLst>
        </pc:spChg>
        <pc:spChg chg="add mod">
          <ac:chgData name="Wang, Xinyu" userId="8bb493b1-c217-48d5-9442-caede8db23f8" providerId="ADAL" clId="{67FC969A-3727-4905-ABE8-0FDE1B9365D5}" dt="2026-03-13T08:12:18.268" v="2835" actId="1076"/>
          <ac:spMkLst>
            <pc:docMk/>
            <pc:sldMk cId="1142133504" sldId="267"/>
            <ac:spMk id="8" creationId="{5EF2A6E5-A862-D78E-0832-343DE4C585BA}"/>
          </ac:spMkLst>
        </pc:spChg>
        <pc:picChg chg="add mod">
          <ac:chgData name="Wang, Xinyu" userId="8bb493b1-c217-48d5-9442-caede8db23f8" providerId="ADAL" clId="{67FC969A-3727-4905-ABE8-0FDE1B9365D5}" dt="2026-03-13T08:12:39.541" v="2842" actId="1076"/>
          <ac:picMkLst>
            <pc:docMk/>
            <pc:sldMk cId="1142133504" sldId="267"/>
            <ac:picMk id="7" creationId="{66DFFB10-7A64-4966-3DCF-B822171F3DB0}"/>
          </ac:picMkLst>
        </pc:picChg>
        <pc:picChg chg="add mod">
          <ac:chgData name="Wang, Xinyu" userId="8bb493b1-c217-48d5-9442-caede8db23f8" providerId="ADAL" clId="{67FC969A-3727-4905-ABE8-0FDE1B9365D5}" dt="2026-03-13T08:12:38.246" v="2841" actId="1076"/>
          <ac:picMkLst>
            <pc:docMk/>
            <pc:sldMk cId="1142133504" sldId="267"/>
            <ac:picMk id="9" creationId="{F55677CF-5BA6-C39F-1A4A-D3D9B022831B}"/>
          </ac:picMkLst>
        </pc:picChg>
        <pc:cxnChg chg="add mod">
          <ac:chgData name="Wang, Xinyu" userId="8bb493b1-c217-48d5-9442-caede8db23f8" providerId="ADAL" clId="{67FC969A-3727-4905-ABE8-0FDE1B9365D5}" dt="2026-03-13T08:12:39.541" v="2842" actId="1076"/>
          <ac:cxnSpMkLst>
            <pc:docMk/>
            <pc:sldMk cId="1142133504" sldId="267"/>
            <ac:cxnSpMk id="4" creationId="{2AA9915B-D8D2-753E-D0A9-21B80927B9AF}"/>
          </ac:cxnSpMkLst>
        </pc:cxnChg>
      </pc:sldChg>
      <pc:sldChg chg="addSp delSp modSp new mod ord">
        <pc:chgData name="Wang, Xinyu" userId="8bb493b1-c217-48d5-9442-caede8db23f8" providerId="ADAL" clId="{67FC969A-3727-4905-ABE8-0FDE1B9365D5}" dt="2026-03-13T08:07:46.249" v="2727" actId="20577"/>
        <pc:sldMkLst>
          <pc:docMk/>
          <pc:sldMk cId="636152379" sldId="268"/>
        </pc:sldMkLst>
        <pc:spChg chg="add mod">
          <ac:chgData name="Wang, Xinyu" userId="8bb493b1-c217-48d5-9442-caede8db23f8" providerId="ADAL" clId="{67FC969A-3727-4905-ABE8-0FDE1B9365D5}" dt="2026-03-13T08:07:46.249" v="2727" actId="20577"/>
          <ac:spMkLst>
            <pc:docMk/>
            <pc:sldMk cId="636152379" sldId="268"/>
            <ac:spMk id="2" creationId="{BB82F8C8-4B12-2CA2-20F0-C0B5C60CC3B0}"/>
          </ac:spMkLst>
        </pc:spChg>
        <pc:picChg chg="add mod">
          <ac:chgData name="Wang, Xinyu" userId="8bb493b1-c217-48d5-9442-caede8db23f8" providerId="ADAL" clId="{67FC969A-3727-4905-ABE8-0FDE1B9365D5}" dt="2026-03-13T05:36:00.841" v="2020" actId="1076"/>
          <ac:picMkLst>
            <pc:docMk/>
            <pc:sldMk cId="636152379" sldId="268"/>
            <ac:picMk id="5" creationId="{23FA2181-83BC-9AEB-258E-C97CB4C55712}"/>
          </ac:picMkLst>
        </pc:picChg>
        <pc:picChg chg="add mod">
          <ac:chgData name="Wang, Xinyu" userId="8bb493b1-c217-48d5-9442-caede8db23f8" providerId="ADAL" clId="{67FC969A-3727-4905-ABE8-0FDE1B9365D5}" dt="2026-03-13T05:36:04.841" v="2022" actId="14100"/>
          <ac:picMkLst>
            <pc:docMk/>
            <pc:sldMk cId="636152379" sldId="268"/>
            <ac:picMk id="7" creationId="{41718606-1E83-F608-AAC6-96F4EF53FBFE}"/>
          </ac:picMkLst>
        </pc:picChg>
      </pc:sldChg>
      <pc:sldChg chg="addSp delSp modSp new mod">
        <pc:chgData name="Wang, Xinyu" userId="8bb493b1-c217-48d5-9442-caede8db23f8" providerId="ADAL" clId="{67FC969A-3727-4905-ABE8-0FDE1B9365D5}" dt="2026-03-13T05:27:28.863" v="1710" actId="20577"/>
        <pc:sldMkLst>
          <pc:docMk/>
          <pc:sldMk cId="1696737044" sldId="269"/>
        </pc:sldMkLst>
        <pc:spChg chg="add mod">
          <ac:chgData name="Wang, Xinyu" userId="8bb493b1-c217-48d5-9442-caede8db23f8" providerId="ADAL" clId="{67FC969A-3727-4905-ABE8-0FDE1B9365D5}" dt="2026-03-13T05:22:10.397" v="1597" actId="20577"/>
          <ac:spMkLst>
            <pc:docMk/>
            <pc:sldMk cId="1696737044" sldId="269"/>
            <ac:spMk id="4" creationId="{510620AE-6E0B-2500-B0FF-F27EF2050EEC}"/>
          </ac:spMkLst>
        </pc:spChg>
        <pc:spChg chg="add mod">
          <ac:chgData name="Wang, Xinyu" userId="8bb493b1-c217-48d5-9442-caede8db23f8" providerId="ADAL" clId="{67FC969A-3727-4905-ABE8-0FDE1B9365D5}" dt="2026-03-13T05:24:29.269" v="1685" actId="1076"/>
          <ac:spMkLst>
            <pc:docMk/>
            <pc:sldMk cId="1696737044" sldId="269"/>
            <ac:spMk id="8" creationId="{3AAC9578-B737-6FC1-3F8E-E23C01421B4B}"/>
          </ac:spMkLst>
        </pc:spChg>
        <pc:spChg chg="add mod">
          <ac:chgData name="Wang, Xinyu" userId="8bb493b1-c217-48d5-9442-caede8db23f8" providerId="ADAL" clId="{67FC969A-3727-4905-ABE8-0FDE1B9365D5}" dt="2026-03-13T05:27:28.863" v="1710" actId="20577"/>
          <ac:spMkLst>
            <pc:docMk/>
            <pc:sldMk cId="1696737044" sldId="269"/>
            <ac:spMk id="11" creationId="{A8BD236C-4BE3-9380-A31A-6E48E7C70603}"/>
          </ac:spMkLst>
        </pc:spChg>
        <pc:picChg chg="add mod">
          <ac:chgData name="Wang, Xinyu" userId="8bb493b1-c217-48d5-9442-caede8db23f8" providerId="ADAL" clId="{67FC969A-3727-4905-ABE8-0FDE1B9365D5}" dt="2026-03-13T05:24:26.519" v="1684" actId="1076"/>
          <ac:picMkLst>
            <pc:docMk/>
            <pc:sldMk cId="1696737044" sldId="269"/>
            <ac:picMk id="6" creationId="{192F1C3F-1A3E-7844-631F-8AC2C86C90A3}"/>
          </ac:picMkLst>
        </pc:picChg>
        <pc:picChg chg="add mod">
          <ac:chgData name="Wang, Xinyu" userId="8bb493b1-c217-48d5-9442-caede8db23f8" providerId="ADAL" clId="{67FC969A-3727-4905-ABE8-0FDE1B9365D5}" dt="2026-03-13T05:24:24.778" v="1683" actId="1076"/>
          <ac:picMkLst>
            <pc:docMk/>
            <pc:sldMk cId="1696737044" sldId="269"/>
            <ac:picMk id="10" creationId="{5ED59955-1564-5565-F24E-F9705A3260EE}"/>
          </ac:picMkLst>
        </pc:picChg>
      </pc:sldChg>
      <pc:sldChg chg="addSp delSp modSp new mod">
        <pc:chgData name="Wang, Xinyu" userId="8bb493b1-c217-48d5-9442-caede8db23f8" providerId="ADAL" clId="{67FC969A-3727-4905-ABE8-0FDE1B9365D5}" dt="2026-03-13T07:53:07.107" v="2332" actId="1076"/>
        <pc:sldMkLst>
          <pc:docMk/>
          <pc:sldMk cId="4268494323" sldId="270"/>
        </pc:sldMkLst>
        <pc:spChg chg="add mod">
          <ac:chgData name="Wang, Xinyu" userId="8bb493b1-c217-48d5-9442-caede8db23f8" providerId="ADAL" clId="{67FC969A-3727-4905-ABE8-0FDE1B9365D5}" dt="2026-03-13T07:52:58.326" v="2329" actId="403"/>
          <ac:spMkLst>
            <pc:docMk/>
            <pc:sldMk cId="4268494323" sldId="270"/>
            <ac:spMk id="9" creationId="{0AC237AC-C168-59E1-9B88-A7802377DB91}"/>
          </ac:spMkLst>
        </pc:spChg>
        <pc:spChg chg="add mod">
          <ac:chgData name="Wang, Xinyu" userId="8bb493b1-c217-48d5-9442-caede8db23f8" providerId="ADAL" clId="{67FC969A-3727-4905-ABE8-0FDE1B9365D5}" dt="2026-03-13T05:34:10.199" v="1963" actId="14100"/>
          <ac:spMkLst>
            <pc:docMk/>
            <pc:sldMk cId="4268494323" sldId="270"/>
            <ac:spMk id="12" creationId="{A2DF5D26-D9A2-1BD4-BDD5-735C2D28B667}"/>
          </ac:spMkLst>
        </pc:spChg>
        <pc:picChg chg="add mod">
          <ac:chgData name="Wang, Xinyu" userId="8bb493b1-c217-48d5-9442-caede8db23f8" providerId="ADAL" clId="{67FC969A-3727-4905-ABE8-0FDE1B9365D5}" dt="2026-03-13T07:53:04.438" v="2331" actId="14100"/>
          <ac:picMkLst>
            <pc:docMk/>
            <pc:sldMk cId="4268494323" sldId="270"/>
            <ac:picMk id="3" creationId="{51432C91-CD5A-AFBA-0233-406F9C3B013F}"/>
          </ac:picMkLst>
        </pc:picChg>
        <pc:picChg chg="add mod">
          <ac:chgData name="Wang, Xinyu" userId="8bb493b1-c217-48d5-9442-caede8db23f8" providerId="ADAL" clId="{67FC969A-3727-4905-ABE8-0FDE1B9365D5}" dt="2026-03-13T07:53:07.107" v="2332" actId="1076"/>
          <ac:picMkLst>
            <pc:docMk/>
            <pc:sldMk cId="4268494323" sldId="270"/>
            <ac:picMk id="11" creationId="{1D4BD3B0-0506-9E99-921B-91D8F7DB2AE4}"/>
          </ac:picMkLst>
        </pc:picChg>
      </pc:sldChg>
      <pc:sldChg chg="addSp delSp modSp new mod">
        <pc:chgData name="Wang, Xinyu" userId="8bb493b1-c217-48d5-9442-caede8db23f8" providerId="ADAL" clId="{67FC969A-3727-4905-ABE8-0FDE1B9365D5}" dt="2026-03-13T08:04:43.828" v="2692" actId="14100"/>
        <pc:sldMkLst>
          <pc:docMk/>
          <pc:sldMk cId="839383790" sldId="271"/>
        </pc:sldMkLst>
        <pc:spChg chg="add mod">
          <ac:chgData name="Wang, Xinyu" userId="8bb493b1-c217-48d5-9442-caede8db23f8" providerId="ADAL" clId="{67FC969A-3727-4905-ABE8-0FDE1B9365D5}" dt="2026-03-13T07:41:12.704" v="2099" actId="14100"/>
          <ac:spMkLst>
            <pc:docMk/>
            <pc:sldMk cId="839383790" sldId="271"/>
            <ac:spMk id="8" creationId="{C8FF434E-73C5-4AA0-4D41-2D1FD9E7EBE0}"/>
          </ac:spMkLst>
        </pc:spChg>
        <pc:picChg chg="add mod">
          <ac:chgData name="Wang, Xinyu" userId="8bb493b1-c217-48d5-9442-caede8db23f8" providerId="ADAL" clId="{67FC969A-3727-4905-ABE8-0FDE1B9365D5}" dt="2026-03-13T08:04:25.930" v="2686" actId="1076"/>
          <ac:picMkLst>
            <pc:docMk/>
            <pc:sldMk cId="839383790" sldId="271"/>
            <ac:picMk id="7" creationId="{74F3EF3E-D031-A269-0A6A-746A2DF6E3ED}"/>
          </ac:picMkLst>
        </pc:picChg>
        <pc:picChg chg="add mod">
          <ac:chgData name="Wang, Xinyu" userId="8bb493b1-c217-48d5-9442-caede8db23f8" providerId="ADAL" clId="{67FC969A-3727-4905-ABE8-0FDE1B9365D5}" dt="2026-03-13T08:04:43.828" v="2692" actId="14100"/>
          <ac:picMkLst>
            <pc:docMk/>
            <pc:sldMk cId="839383790" sldId="271"/>
            <ac:picMk id="10" creationId="{E0B73ADF-F350-3573-D3D7-6863D390F23F}"/>
          </ac:picMkLst>
        </pc:picChg>
        <pc:picChg chg="add mod">
          <ac:chgData name="Wang, Xinyu" userId="8bb493b1-c217-48d5-9442-caede8db23f8" providerId="ADAL" clId="{67FC969A-3727-4905-ABE8-0FDE1B9365D5}" dt="2026-03-13T08:04:29.410" v="2687" actId="14100"/>
          <ac:picMkLst>
            <pc:docMk/>
            <pc:sldMk cId="839383790" sldId="271"/>
            <ac:picMk id="12" creationId="{271D4008-9EF8-392F-9297-8B7110A696F8}"/>
          </ac:picMkLst>
        </pc:picChg>
        <pc:cxnChg chg="add mod">
          <ac:chgData name="Wang, Xinyu" userId="8bb493b1-c217-48d5-9442-caede8db23f8" providerId="ADAL" clId="{67FC969A-3727-4905-ABE8-0FDE1B9365D5}" dt="2026-03-13T08:04:43.828" v="2692" actId="14100"/>
          <ac:cxnSpMkLst>
            <pc:docMk/>
            <pc:sldMk cId="839383790" sldId="271"/>
            <ac:cxnSpMk id="14" creationId="{B0536CDD-2C82-EDD9-20A1-1F2732EC4EFC}"/>
          </ac:cxnSpMkLst>
        </pc:cxnChg>
      </pc:sldChg>
      <pc:sldChg chg="addSp delSp modSp add mod ord">
        <pc:chgData name="Wang, Xinyu" userId="8bb493b1-c217-48d5-9442-caede8db23f8" providerId="ADAL" clId="{67FC969A-3727-4905-ABE8-0FDE1B9365D5}" dt="2026-03-13T08:00:30.207" v="2545"/>
        <pc:sldMkLst>
          <pc:docMk/>
          <pc:sldMk cId="1990717076" sldId="272"/>
        </pc:sldMkLst>
        <pc:spChg chg="add mod">
          <ac:chgData name="Wang, Xinyu" userId="8bb493b1-c217-48d5-9442-caede8db23f8" providerId="ADAL" clId="{67FC969A-3727-4905-ABE8-0FDE1B9365D5}" dt="2026-03-13T07:59:41.721" v="2543" actId="20577"/>
          <ac:spMkLst>
            <pc:docMk/>
            <pc:sldMk cId="1990717076" sldId="272"/>
            <ac:spMk id="31" creationId="{E3785991-2D5D-534F-D710-4DA557D22DC2}"/>
          </ac:spMkLst>
        </pc:spChg>
        <pc:picChg chg="mod modCrop">
          <ac:chgData name="Wang, Xinyu" userId="8bb493b1-c217-48d5-9442-caede8db23f8" providerId="ADAL" clId="{67FC969A-3727-4905-ABE8-0FDE1B9365D5}" dt="2026-03-13T07:57:23.144" v="2460" actId="1076"/>
          <ac:picMkLst>
            <pc:docMk/>
            <pc:sldMk cId="1990717076" sldId="272"/>
            <ac:picMk id="12" creationId="{F429C40E-1528-6991-81A2-3CA347C29FAD}"/>
          </ac:picMkLst>
        </pc:picChg>
        <pc:picChg chg="mod">
          <ac:chgData name="Wang, Xinyu" userId="8bb493b1-c217-48d5-9442-caede8db23f8" providerId="ADAL" clId="{67FC969A-3727-4905-ABE8-0FDE1B9365D5}" dt="2026-03-13T07:57:29.689" v="2462" actId="14100"/>
          <ac:picMkLst>
            <pc:docMk/>
            <pc:sldMk cId="1990717076" sldId="272"/>
            <ac:picMk id="13" creationId="{8A3F235E-2237-A01D-A1BA-9A6B3359F26A}"/>
          </ac:picMkLst>
        </pc:picChg>
        <pc:picChg chg="add mod">
          <ac:chgData name="Wang, Xinyu" userId="8bb493b1-c217-48d5-9442-caede8db23f8" providerId="ADAL" clId="{67FC969A-3727-4905-ABE8-0FDE1B9365D5}" dt="2026-03-13T07:58:02.457" v="2464" actId="1076"/>
          <ac:picMkLst>
            <pc:docMk/>
            <pc:sldMk cId="1990717076" sldId="272"/>
            <ac:picMk id="24" creationId="{44943F1F-62A8-B403-704F-BE525B2C2432}"/>
          </ac:picMkLst>
        </pc:picChg>
        <pc:picChg chg="add mod">
          <ac:chgData name="Wang, Xinyu" userId="8bb493b1-c217-48d5-9442-caede8db23f8" providerId="ADAL" clId="{67FC969A-3727-4905-ABE8-0FDE1B9365D5}" dt="2026-03-13T07:58:22.150" v="2467" actId="1076"/>
          <ac:picMkLst>
            <pc:docMk/>
            <pc:sldMk cId="1990717076" sldId="272"/>
            <ac:picMk id="26" creationId="{549ACEA6-072E-83D8-54DC-D3375A62C3DC}"/>
          </ac:picMkLst>
        </pc:picChg>
        <pc:picChg chg="add mod">
          <ac:chgData name="Wang, Xinyu" userId="8bb493b1-c217-48d5-9442-caede8db23f8" providerId="ADAL" clId="{67FC969A-3727-4905-ABE8-0FDE1B9365D5}" dt="2026-03-13T07:58:36.576" v="2469" actId="1076"/>
          <ac:picMkLst>
            <pc:docMk/>
            <pc:sldMk cId="1990717076" sldId="272"/>
            <ac:picMk id="30" creationId="{BE1DD8C9-E7B7-90ED-E044-F701950BA2A4}"/>
          </ac:picMkLst>
        </pc:picChg>
        <pc:cxnChg chg="mod">
          <ac:chgData name="Wang, Xinyu" userId="8bb493b1-c217-48d5-9442-caede8db23f8" providerId="ADAL" clId="{67FC969A-3727-4905-ABE8-0FDE1B9365D5}" dt="2026-03-13T07:57:29.689" v="2462" actId="14100"/>
          <ac:cxnSpMkLst>
            <pc:docMk/>
            <pc:sldMk cId="1990717076" sldId="272"/>
            <ac:cxnSpMk id="14" creationId="{0ABB6FB3-16D0-827E-A939-FA8103CAC165}"/>
          </ac:cxnSpMkLst>
        </pc:cxnChg>
      </pc:sldChg>
      <pc:sldChg chg="addSp delSp modSp new mod">
        <pc:chgData name="Wang, Xinyu" userId="8bb493b1-c217-48d5-9442-caede8db23f8" providerId="ADAL" clId="{67FC969A-3727-4905-ABE8-0FDE1B9365D5}" dt="2026-03-13T08:24:48.162" v="2986" actId="20577"/>
        <pc:sldMkLst>
          <pc:docMk/>
          <pc:sldMk cId="102962300" sldId="273"/>
        </pc:sldMkLst>
        <pc:spChg chg="add mod">
          <ac:chgData name="Wang, Xinyu" userId="8bb493b1-c217-48d5-9442-caede8db23f8" providerId="ADAL" clId="{67FC969A-3727-4905-ABE8-0FDE1B9365D5}" dt="2026-03-13T08:20:53.685" v="2870" actId="1076"/>
          <ac:spMkLst>
            <pc:docMk/>
            <pc:sldMk cId="102962300" sldId="273"/>
            <ac:spMk id="4" creationId="{24E0C37B-1F2F-1BB6-902A-5F785F09504D}"/>
          </ac:spMkLst>
        </pc:spChg>
        <pc:spChg chg="add mod">
          <ac:chgData name="Wang, Xinyu" userId="8bb493b1-c217-48d5-9442-caede8db23f8" providerId="ADAL" clId="{67FC969A-3727-4905-ABE8-0FDE1B9365D5}" dt="2026-03-13T08:24:48.162" v="2986" actId="20577"/>
          <ac:spMkLst>
            <pc:docMk/>
            <pc:sldMk cId="102962300" sldId="273"/>
            <ac:spMk id="5" creationId="{6106D12B-59AF-CCBA-42A0-0078F3144000}"/>
          </ac:spMkLst>
        </pc:spChg>
        <pc:picChg chg="add mod">
          <ac:chgData name="Wang, Xinyu" userId="8bb493b1-c217-48d5-9442-caede8db23f8" providerId="ADAL" clId="{67FC969A-3727-4905-ABE8-0FDE1B9365D5}" dt="2026-03-13T08:22:26.712" v="2909" actId="14100"/>
          <ac:picMkLst>
            <pc:docMk/>
            <pc:sldMk cId="102962300" sldId="273"/>
            <ac:picMk id="7" creationId="{91633005-F52A-0B8C-E919-B87B55F04D96}"/>
          </ac:picMkLst>
        </pc:picChg>
        <pc:picChg chg="add mod">
          <ac:chgData name="Wang, Xinyu" userId="8bb493b1-c217-48d5-9442-caede8db23f8" providerId="ADAL" clId="{67FC969A-3727-4905-ABE8-0FDE1B9365D5}" dt="2026-03-13T08:24:36.493" v="2981" actId="1076"/>
          <ac:picMkLst>
            <pc:docMk/>
            <pc:sldMk cId="102962300" sldId="273"/>
            <ac:picMk id="9" creationId="{5A734AB9-08EA-8F2E-2B8B-7F1BD6E0D6D9}"/>
          </ac:picMkLst>
        </pc:picChg>
        <pc:picChg chg="add mod modCrop">
          <ac:chgData name="Wang, Xinyu" userId="8bb493b1-c217-48d5-9442-caede8db23f8" providerId="ADAL" clId="{67FC969A-3727-4905-ABE8-0FDE1B9365D5}" dt="2026-03-13T08:24:45.042" v="2985" actId="1076"/>
          <ac:picMkLst>
            <pc:docMk/>
            <pc:sldMk cId="102962300" sldId="273"/>
            <ac:picMk id="11" creationId="{6E1B8D7D-4123-9FD2-4333-E3287E1CD5DC}"/>
          </ac:picMkLst>
        </pc:picChg>
        <pc:cxnChg chg="add mod">
          <ac:chgData name="Wang, Xinyu" userId="8bb493b1-c217-48d5-9442-caede8db23f8" providerId="ADAL" clId="{67FC969A-3727-4905-ABE8-0FDE1B9365D5}" dt="2026-03-13T08:24:36.493" v="2981" actId="1076"/>
          <ac:cxnSpMkLst>
            <pc:docMk/>
            <pc:sldMk cId="102962300" sldId="273"/>
            <ac:cxnSpMk id="12" creationId="{DAA9B1AF-13D4-FB91-6A24-CD21B71D4DD8}"/>
          </ac:cxnSpMkLst>
        </pc:cxnChg>
        <pc:cxnChg chg="add mod">
          <ac:chgData name="Wang, Xinyu" userId="8bb493b1-c217-48d5-9442-caede8db23f8" providerId="ADAL" clId="{67FC969A-3727-4905-ABE8-0FDE1B9365D5}" dt="2026-03-13T08:24:45.042" v="2985" actId="1076"/>
          <ac:cxnSpMkLst>
            <pc:docMk/>
            <pc:sldMk cId="102962300" sldId="273"/>
            <ac:cxnSpMk id="17" creationId="{67ECB275-62C8-C2AF-4117-58E13CA64269}"/>
          </ac:cxnSpMkLst>
        </pc:cxnChg>
      </pc:sldChg>
      <pc:sldChg chg="addSp delSp modSp new mod">
        <pc:chgData name="Wang, Xinyu" userId="8bb493b1-c217-48d5-9442-caede8db23f8" providerId="ADAL" clId="{67FC969A-3727-4905-ABE8-0FDE1B9365D5}" dt="2026-03-13T08:30:15.428" v="3115" actId="20577"/>
        <pc:sldMkLst>
          <pc:docMk/>
          <pc:sldMk cId="3199883855" sldId="274"/>
        </pc:sldMkLst>
        <pc:spChg chg="add mod">
          <ac:chgData name="Wang, Xinyu" userId="8bb493b1-c217-48d5-9442-caede8db23f8" providerId="ADAL" clId="{67FC969A-3727-4905-ABE8-0FDE1B9365D5}" dt="2026-03-13T08:25:56.840" v="3007"/>
          <ac:spMkLst>
            <pc:docMk/>
            <pc:sldMk cId="3199883855" sldId="274"/>
            <ac:spMk id="4" creationId="{BE1CC3F2-B9FA-DCA2-F776-93BAACEA4378}"/>
          </ac:spMkLst>
        </pc:spChg>
        <pc:spChg chg="add mod">
          <ac:chgData name="Wang, Xinyu" userId="8bb493b1-c217-48d5-9442-caede8db23f8" providerId="ADAL" clId="{67FC969A-3727-4905-ABE8-0FDE1B9365D5}" dt="2026-03-13T08:30:15.428" v="3115" actId="20577"/>
          <ac:spMkLst>
            <pc:docMk/>
            <pc:sldMk cId="3199883855" sldId="274"/>
            <ac:spMk id="13" creationId="{20DA2DF2-49CD-F3CE-E578-59A3D0AE394C}"/>
          </ac:spMkLst>
        </pc:spChg>
        <pc:picChg chg="add mod">
          <ac:chgData name="Wang, Xinyu" userId="8bb493b1-c217-48d5-9442-caede8db23f8" providerId="ADAL" clId="{67FC969A-3727-4905-ABE8-0FDE1B9365D5}" dt="2026-03-13T08:29:06.905" v="3027" actId="1076"/>
          <ac:picMkLst>
            <pc:docMk/>
            <pc:sldMk cId="3199883855" sldId="274"/>
            <ac:picMk id="6" creationId="{374304A2-ABB8-2733-EE7C-4E0C11D45EC4}"/>
          </ac:picMkLst>
        </pc:picChg>
        <pc:picChg chg="add mod">
          <ac:chgData name="Wang, Xinyu" userId="8bb493b1-c217-48d5-9442-caede8db23f8" providerId="ADAL" clId="{67FC969A-3727-4905-ABE8-0FDE1B9365D5}" dt="2026-03-13T08:29:01.174" v="3025" actId="1076"/>
          <ac:picMkLst>
            <pc:docMk/>
            <pc:sldMk cId="3199883855" sldId="274"/>
            <ac:picMk id="8" creationId="{788E6F41-434F-946C-B5A5-9C7D160FFCD9}"/>
          </ac:picMkLst>
        </pc:picChg>
        <pc:cxnChg chg="add mod">
          <ac:chgData name="Wang, Xinyu" userId="8bb493b1-c217-48d5-9442-caede8db23f8" providerId="ADAL" clId="{67FC969A-3727-4905-ABE8-0FDE1B9365D5}" dt="2026-03-13T08:29:15.935" v="3030" actId="14100"/>
          <ac:cxnSpMkLst>
            <pc:docMk/>
            <pc:sldMk cId="3199883855" sldId="274"/>
            <ac:cxnSpMk id="9" creationId="{345F305E-9EC2-5478-533F-0DDC3D898BB0}"/>
          </ac:cxnSpMkLst>
        </pc:cxnChg>
      </pc:sldChg>
      <pc:sldChg chg="addSp delSp modSp new mod ord">
        <pc:chgData name="Wang, Xinyu" userId="8bb493b1-c217-48d5-9442-caede8db23f8" providerId="ADAL" clId="{67FC969A-3727-4905-ABE8-0FDE1B9365D5}" dt="2026-03-13T08:35:19.229" v="3409" actId="403"/>
        <pc:sldMkLst>
          <pc:docMk/>
          <pc:sldMk cId="1367310929" sldId="275"/>
        </pc:sldMkLst>
        <pc:spChg chg="add mod">
          <ac:chgData name="Wang, Xinyu" userId="8bb493b1-c217-48d5-9442-caede8db23f8" providerId="ADAL" clId="{67FC969A-3727-4905-ABE8-0FDE1B9365D5}" dt="2026-03-13T08:35:19.229" v="3409" actId="403"/>
          <ac:spMkLst>
            <pc:docMk/>
            <pc:sldMk cId="1367310929" sldId="275"/>
            <ac:spMk id="4" creationId="{31885DCE-8F30-A7D0-9D4B-C0958220E449}"/>
          </ac:spMkLst>
        </pc:spChg>
        <pc:spChg chg="add mod">
          <ac:chgData name="Wang, Xinyu" userId="8bb493b1-c217-48d5-9442-caede8db23f8" providerId="ADAL" clId="{67FC969A-3727-4905-ABE8-0FDE1B9365D5}" dt="2026-03-13T08:35:14.306" v="3406" actId="403"/>
          <ac:spMkLst>
            <pc:docMk/>
            <pc:sldMk cId="1367310929" sldId="275"/>
            <ac:spMk id="9" creationId="{13D53C6E-1FE5-7EF4-BB0C-5794503B75E2}"/>
          </ac:spMkLst>
        </pc:spChg>
        <pc:picChg chg="add mod">
          <ac:chgData name="Wang, Xinyu" userId="8bb493b1-c217-48d5-9442-caede8db23f8" providerId="ADAL" clId="{67FC969A-3727-4905-ABE8-0FDE1B9365D5}" dt="2026-03-13T08:32:35.347" v="3211" actId="14100"/>
          <ac:picMkLst>
            <pc:docMk/>
            <pc:sldMk cId="1367310929" sldId="275"/>
            <ac:picMk id="6" creationId="{79185B8A-12CD-3C03-392A-4B6A308C7E69}"/>
          </ac:picMkLst>
        </pc:picChg>
        <pc:picChg chg="add mod">
          <ac:chgData name="Wang, Xinyu" userId="8bb493b1-c217-48d5-9442-caede8db23f8" providerId="ADAL" clId="{67FC969A-3727-4905-ABE8-0FDE1B9365D5}" dt="2026-03-13T08:33:13.914" v="3218" actId="1076"/>
          <ac:picMkLst>
            <pc:docMk/>
            <pc:sldMk cId="1367310929" sldId="275"/>
            <ac:picMk id="8" creationId="{384FCE25-E43D-FF1A-55ED-21B2BD78A7C0}"/>
          </ac:picMkLst>
        </pc:picChg>
        <pc:picChg chg="add mod">
          <ac:chgData name="Wang, Xinyu" userId="8bb493b1-c217-48d5-9442-caede8db23f8" providerId="ADAL" clId="{67FC969A-3727-4905-ABE8-0FDE1B9365D5}" dt="2026-03-13T08:34:32.522" v="3365" actId="14100"/>
          <ac:picMkLst>
            <pc:docMk/>
            <pc:sldMk cId="1367310929" sldId="275"/>
            <ac:picMk id="11" creationId="{3BA4689C-8585-058B-2199-808EEC77C06D}"/>
          </ac:picMkLst>
        </pc:picChg>
        <pc:cxnChg chg="add mod">
          <ac:chgData name="Wang, Xinyu" userId="8bb493b1-c217-48d5-9442-caede8db23f8" providerId="ADAL" clId="{67FC969A-3727-4905-ABE8-0FDE1B9365D5}" dt="2026-03-13T08:34:45.619" v="3368" actId="14100"/>
          <ac:cxnSpMkLst>
            <pc:docMk/>
            <pc:sldMk cId="1367310929" sldId="275"/>
            <ac:cxnSpMk id="12" creationId="{977EF639-C9DA-435B-EC6B-8E66B125B8D1}"/>
          </ac:cxnSpMkLst>
        </pc:cxnChg>
        <pc:cxnChg chg="add mod">
          <ac:chgData name="Wang, Xinyu" userId="8bb493b1-c217-48d5-9442-caede8db23f8" providerId="ADAL" clId="{67FC969A-3727-4905-ABE8-0FDE1B9365D5}" dt="2026-03-13T08:34:51.670" v="3371" actId="14100"/>
          <ac:cxnSpMkLst>
            <pc:docMk/>
            <pc:sldMk cId="1367310929" sldId="275"/>
            <ac:cxnSpMk id="15" creationId="{D5BCA5C7-E070-B8ED-F91A-EF8397A692DF}"/>
          </ac:cxnSpMkLst>
        </pc:cxnChg>
      </pc:sldChg>
      <pc:sldChg chg="addSp delSp modSp new mod">
        <pc:chgData name="Wang, Xinyu" userId="8bb493b1-c217-48d5-9442-caede8db23f8" providerId="ADAL" clId="{67FC969A-3727-4905-ABE8-0FDE1B9365D5}" dt="2026-03-25T00:47:35.652" v="3471" actId="1076"/>
        <pc:sldMkLst>
          <pc:docMk/>
          <pc:sldMk cId="123791081" sldId="276"/>
        </pc:sldMkLst>
        <pc:spChg chg="del">
          <ac:chgData name="Wang, Xinyu" userId="8bb493b1-c217-48d5-9442-caede8db23f8" providerId="ADAL" clId="{67FC969A-3727-4905-ABE8-0FDE1B9365D5}" dt="2026-03-25T00:46:50.955" v="3415" actId="478"/>
          <ac:spMkLst>
            <pc:docMk/>
            <pc:sldMk cId="123791081" sldId="276"/>
            <ac:spMk id="2" creationId="{8F9BB8FB-CA95-74EC-0601-6E176D2A5C32}"/>
          </ac:spMkLst>
        </pc:spChg>
        <pc:spChg chg="del">
          <ac:chgData name="Wang, Xinyu" userId="8bb493b1-c217-48d5-9442-caede8db23f8" providerId="ADAL" clId="{67FC969A-3727-4905-ABE8-0FDE1B9365D5}" dt="2026-03-25T00:46:50.955" v="3415" actId="478"/>
          <ac:spMkLst>
            <pc:docMk/>
            <pc:sldMk cId="123791081" sldId="276"/>
            <ac:spMk id="3" creationId="{04A57E57-6496-A89D-7260-C96A8C78B3F7}"/>
          </ac:spMkLst>
        </pc:spChg>
        <pc:spChg chg="add mod">
          <ac:chgData name="Wang, Xinyu" userId="8bb493b1-c217-48d5-9442-caede8db23f8" providerId="ADAL" clId="{67FC969A-3727-4905-ABE8-0FDE1B9365D5}" dt="2026-03-25T00:47:35.652" v="3471" actId="1076"/>
          <ac:spMkLst>
            <pc:docMk/>
            <pc:sldMk cId="123791081" sldId="276"/>
            <ac:spMk id="4" creationId="{93A9FCCD-D90C-6509-2414-09E118C19D38}"/>
          </ac:spMkLst>
        </pc:spChg>
      </pc:sldChg>
      <pc:sldChg chg="new del">
        <pc:chgData name="Wang, Xinyu" userId="8bb493b1-c217-48d5-9442-caede8db23f8" providerId="ADAL" clId="{67FC969A-3727-4905-ABE8-0FDE1B9365D5}" dt="2026-03-25T00:46:36.835" v="3411" actId="47"/>
        <pc:sldMkLst>
          <pc:docMk/>
          <pc:sldMk cId="322224720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C977-FAEA-4611-9756-14940BA435E6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A200-5941-49A7-A6A6-AFF27FFFED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9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CA200-5941-49A7-A6A6-AFF27FFFED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025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CA200-5941-49A7-A6A6-AFF27FFFED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853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CA200-5941-49A7-A6A6-AFF27FFFED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862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CA200-5941-49A7-A6A6-AFF27FFFED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481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B561-CE6A-D557-D990-7AB105160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65B796-1045-2AA1-0FB8-4BAEA6A5D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83C47-2E85-2B25-CDC1-55D58458F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D1CFE-2EA3-E131-1F96-F59FC0B9A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BC54-29D0-F3A7-74E4-6B7C4EA68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19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6B9F-4255-6E9E-F96A-9B247F29E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91BEB-C597-5C52-3FCF-8F820DE5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B4771-8856-BAFA-BE9C-E425F493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22DE-474B-8A64-98D8-3A2E40D3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F0D36-9A84-0F96-936E-CF642572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72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82DD-A374-C057-FE57-72491196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DD9DD-9F05-1FDD-2AD9-B7DEAD367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30AD3-B5B7-503F-F6AE-8031941A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D5101-0B9A-295D-955F-5C6681B87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82DF4-05E8-C6A8-7173-1414A656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1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F5863-D428-55E5-9FCA-C6174C7A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5DB2C-E796-D83B-0F0B-62ED8EB2A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ACAA0-AD3F-F68A-1080-DBEB33D8B2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5F4D1-043F-3035-5AFE-D9E03E65E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3A1FE-96B6-737F-28DF-4EDF6495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8065E-B017-43EE-65AC-2FFCAB93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545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5969-900A-EA68-C3A4-DCBDEFB7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65618-9B90-DE70-79B7-77BAA709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50483-69B3-AF3D-31BA-50BF045D3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8EA366-6493-0835-2D89-89D833179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8B9FD-A7E1-A2F7-2C6C-019596DEC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19BE6-C160-33A0-4D7A-3609BE26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4384F9-409A-BDA9-2668-A7E8111A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DFAEE-FEF7-DD69-CDE1-2D0B75AA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9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3138-1130-3113-E387-B3469992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C78F0B-332C-6C97-AD8F-E44D5293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34EF1-3FED-E1AB-3F8F-B1724F255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3B5E7-CB2F-68AD-34AA-6AC102F8E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05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6862CE-1D99-F948-AF24-EBAC01B95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10E93-C94D-23B4-7184-20D80353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79014-565E-D4D9-5D68-BF1D5B757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2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EA74-0C8E-344A-5AE8-7DFE4189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30197-93F6-817C-814C-348E75006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A3E52-D4F3-BB42-73BF-65D274920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F6205-243D-EF3A-717B-408041C5D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1F787-50D2-E60A-FB2E-12DF6E00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32285-579E-0514-A5D6-E69C6F01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4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2B7E-2B37-99CA-BFF2-F8E1C26C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2E533E-B3C2-B554-914B-9FA63D541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4E95A-939D-E5EC-BF12-E8BC37E0D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A1480-6131-3FFC-1763-3971711C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B298E-EE22-1F55-2B8C-66359E41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FB03E-B051-7672-F680-7C590236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6111-E37D-E4E9-CB8D-BCA7C0AC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31013-7120-216F-A22F-91BD2EC58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F55BB-C0BC-37E5-7CEC-A21EAE4DA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93180-3884-57E1-EF17-7FC1B37E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E24EE-2796-41D3-A804-E2E9E8FE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54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73216-4150-3241-A416-EAADF0BCB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965E88-5172-78C0-2705-AEF3C9F1C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62CE1-1272-6AD3-C511-F39F19E1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CABEF-C622-7EB8-5C2D-1A05CA1F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14C8F-8F01-8101-58BC-F8399212E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96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3CBCC2-2D3E-0F35-2EF4-3CF31958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18999-B40C-5256-3479-41197D320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923ED-A5E7-1B19-5484-7FDF640B2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82F34-6F02-4444-AE25-640912937CFF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89D8F-BD7C-4256-BB31-AD686674D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24BFD-6A21-CD13-7C4F-39B91FC75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C4316-3A8E-4F58-8026-328560EB90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336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85DCE-8F30-A7D0-9D4B-C0958220E449}"/>
              </a:ext>
            </a:extLst>
          </p:cNvPr>
          <p:cNvSpPr txBox="1"/>
          <p:nvPr/>
        </p:nvSpPr>
        <p:spPr>
          <a:xfrm>
            <a:off x="424873" y="295564"/>
            <a:ext cx="4100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通用脚本：模型内颜色设置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185B8A-12CD-3C03-392A-4B6A308C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73" y="1055399"/>
            <a:ext cx="4588197" cy="35936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4FCE25-E43D-FF1A-55ED-21B2BD78A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203" y="1055399"/>
            <a:ext cx="6308772" cy="35936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D53C6E-1FE5-7EF4-BB0C-5794503B75E2}"/>
              </a:ext>
            </a:extLst>
          </p:cNvPr>
          <p:cNvSpPr txBox="1"/>
          <p:nvPr/>
        </p:nvSpPr>
        <p:spPr>
          <a:xfrm>
            <a:off x="424874" y="5200071"/>
            <a:ext cx="4692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运行颜色配置脚本，选择</a:t>
            </a:r>
            <a:r>
              <a:rPr lang="en-US" altLang="zh-CN" sz="2000" dirty="0"/>
              <a:t>mdl</a:t>
            </a:r>
            <a:r>
              <a:rPr lang="zh-CN" altLang="en-US" sz="2000" dirty="0"/>
              <a:t>文件夹，可配置文件夹内所有模型内的输出、输出及标定量颜色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4689C-8585-058B-2199-808EEC77C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0203" y="4946973"/>
            <a:ext cx="6309549" cy="124139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7EF639-C9DA-435B-EC6B-8E66B125B8D1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013070" y="2852201"/>
            <a:ext cx="607133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BCA5C7-E070-B8ED-F91A-EF8397A692DF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8774589" y="4649003"/>
            <a:ext cx="389" cy="29797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31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6D5E93-AE17-AEBB-40FE-0E92B1DA6B7B}"/>
              </a:ext>
            </a:extLst>
          </p:cNvPr>
          <p:cNvSpPr txBox="1"/>
          <p:nvPr/>
        </p:nvSpPr>
        <p:spPr>
          <a:xfrm>
            <a:off x="450573" y="308113"/>
            <a:ext cx="56454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Excel Calibration to Simulink</a:t>
            </a:r>
            <a:endParaRPr lang="zh-CN" altLang="en-US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25F30-18A6-E267-381D-26171C61ADDB}"/>
              </a:ext>
            </a:extLst>
          </p:cNvPr>
          <p:cNvSpPr txBox="1"/>
          <p:nvPr/>
        </p:nvSpPr>
        <p:spPr>
          <a:xfrm>
            <a:off x="450573" y="874455"/>
            <a:ext cx="75305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脚本名称：</a:t>
            </a:r>
            <a:r>
              <a:rPr lang="en-US" altLang="zh-CN" sz="2000" dirty="0"/>
              <a:t> Excel2Cal.m</a:t>
            </a:r>
          </a:p>
          <a:p>
            <a:r>
              <a:rPr lang="zh-CN" altLang="en-US" sz="2000" b="1" dirty="0"/>
              <a:t>脚本作用：</a:t>
            </a:r>
            <a:r>
              <a:rPr lang="zh-CN" altLang="en-US" sz="2000" dirty="0"/>
              <a:t>将</a:t>
            </a:r>
            <a:r>
              <a:rPr lang="en-US" altLang="zh-CN" sz="2000" dirty="0"/>
              <a:t>Excel</a:t>
            </a:r>
            <a:r>
              <a:rPr lang="zh-CN" altLang="en-US" sz="2000" dirty="0"/>
              <a:t>表格中定义的标定量转化为</a:t>
            </a:r>
            <a:r>
              <a:rPr lang="en-US" altLang="zh-CN" sz="2000" dirty="0"/>
              <a:t>Simulink</a:t>
            </a:r>
            <a:r>
              <a:rPr lang="zh-CN" altLang="en-US" sz="2000" dirty="0"/>
              <a:t>的</a:t>
            </a:r>
            <a:r>
              <a:rPr lang="en-US" altLang="zh-CN" sz="2000" dirty="0"/>
              <a:t>.m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zh-CN" altLang="en-US" sz="2000" b="1" dirty="0"/>
              <a:t>使用方法：</a:t>
            </a:r>
            <a:endParaRPr lang="en-US" altLang="zh-CN" sz="2000" b="1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运行</a:t>
            </a:r>
            <a:r>
              <a:rPr lang="en-US" altLang="zh-CN" sz="2000" dirty="0"/>
              <a:t>Excel2Cal.m</a:t>
            </a:r>
            <a:r>
              <a:rPr lang="zh-CN" altLang="en-US" sz="2000" dirty="0"/>
              <a:t>脚本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选择保存</a:t>
            </a:r>
            <a:r>
              <a:rPr lang="en-US" altLang="zh-CN" sz="2000" dirty="0"/>
              <a:t>Excel</a:t>
            </a:r>
            <a:r>
              <a:rPr lang="zh-CN" altLang="en-US" sz="2000" dirty="0"/>
              <a:t>的文件夹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选择需要处理的</a:t>
            </a:r>
            <a:r>
              <a:rPr lang="en-US" altLang="zh-CN" sz="2000" dirty="0"/>
              <a:t>Sheet</a:t>
            </a:r>
            <a:r>
              <a:rPr lang="zh-CN" altLang="en-US" sz="2000" dirty="0"/>
              <a:t>页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选择标定量生成的类型（</a:t>
            </a:r>
            <a:r>
              <a:rPr lang="en-US" altLang="zh-CN" sz="2000" dirty="0" err="1"/>
              <a:t>PowerSAR</a:t>
            </a:r>
            <a:r>
              <a:rPr lang="en-US" altLang="zh-CN" sz="2000" dirty="0"/>
              <a:t>/</a:t>
            </a:r>
            <a:r>
              <a:rPr lang="en-US" altLang="zh-CN" sz="2000" dirty="0" err="1"/>
              <a:t>NoneSAR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选择是否在已打开的模型中生成</a:t>
            </a:r>
            <a:r>
              <a:rPr lang="en-US" altLang="zh-CN" sz="2000" dirty="0"/>
              <a:t>Constant</a:t>
            </a:r>
            <a:r>
              <a:rPr lang="zh-CN" altLang="en-US" sz="2000" dirty="0"/>
              <a:t>模块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endParaRPr lang="en-US" altLang="zh-CN" sz="2000" dirty="0"/>
          </a:p>
          <a:p>
            <a:r>
              <a:rPr lang="zh-CN" altLang="en-US" sz="2000" dirty="0"/>
              <a:t>注：在</a:t>
            </a:r>
            <a:r>
              <a:rPr lang="en-US" altLang="zh-CN" sz="2000" dirty="0"/>
              <a:t>Excel</a:t>
            </a:r>
            <a:r>
              <a:rPr lang="zh-CN" altLang="en-US" sz="2000" dirty="0"/>
              <a:t>中的</a:t>
            </a:r>
            <a:r>
              <a:rPr lang="en-US" altLang="zh-CN" sz="2000" dirty="0"/>
              <a:t>SWC</a:t>
            </a:r>
            <a:r>
              <a:rPr lang="zh-CN" altLang="en-US" sz="2000" dirty="0"/>
              <a:t>一栏应确认</a:t>
            </a:r>
            <a:r>
              <a:rPr lang="en-US" altLang="zh-CN" sz="2000" dirty="0"/>
              <a:t>SWC</a:t>
            </a:r>
            <a:r>
              <a:rPr lang="zh-CN" altLang="en-US" sz="2000" dirty="0"/>
              <a:t>名称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8433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D430F9-6DF5-10DE-7951-374ACC8FF7F2}"/>
              </a:ext>
            </a:extLst>
          </p:cNvPr>
          <p:cNvSpPr txBox="1"/>
          <p:nvPr/>
        </p:nvSpPr>
        <p:spPr>
          <a:xfrm>
            <a:off x="178904" y="188843"/>
            <a:ext cx="5148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Simulink Calibration to Excel</a:t>
            </a:r>
            <a:endParaRPr lang="zh-CN" alt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83C93-8514-3047-58C0-9E965084E9FD}"/>
              </a:ext>
            </a:extLst>
          </p:cNvPr>
          <p:cNvSpPr txBox="1"/>
          <p:nvPr/>
        </p:nvSpPr>
        <p:spPr>
          <a:xfrm>
            <a:off x="178904" y="834887"/>
            <a:ext cx="53174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脚本名称：</a:t>
            </a:r>
            <a:r>
              <a:rPr lang="en-US" altLang="zh-CN" sz="2000" dirty="0"/>
              <a:t>Cal2Excel.m</a:t>
            </a:r>
          </a:p>
          <a:p>
            <a:r>
              <a:rPr lang="zh-CN" altLang="en-US" sz="2000" b="1" dirty="0"/>
              <a:t>脚本作用：</a:t>
            </a:r>
            <a:r>
              <a:rPr lang="zh-CN" altLang="en-US" sz="2000" dirty="0"/>
              <a:t>将</a:t>
            </a:r>
            <a:r>
              <a:rPr lang="en-US" altLang="zh-CN" sz="2000" dirty="0"/>
              <a:t>Simulink</a:t>
            </a:r>
            <a:r>
              <a:rPr lang="zh-CN" altLang="en-US" sz="2000" dirty="0"/>
              <a:t>中的标定量导出为</a:t>
            </a:r>
            <a:r>
              <a:rPr lang="en-US" altLang="zh-CN" sz="2000" dirty="0"/>
              <a:t>Excel</a:t>
            </a:r>
            <a:r>
              <a:rPr lang="zh-CN" altLang="en-US" sz="2000" dirty="0"/>
              <a:t>表格</a:t>
            </a:r>
            <a:endParaRPr lang="en-US" altLang="zh-CN" sz="2000" dirty="0"/>
          </a:p>
          <a:p>
            <a:r>
              <a:rPr lang="zh-CN" altLang="en-US" sz="2000" b="1" dirty="0"/>
              <a:t>使用方法：</a:t>
            </a:r>
            <a:endParaRPr lang="en-US" altLang="zh-CN" sz="2000" b="1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先将模型的标定量</a:t>
            </a:r>
            <a:r>
              <a:rPr lang="en-US" altLang="zh-CN" sz="2000" dirty="0"/>
              <a:t>.m</a:t>
            </a:r>
            <a:r>
              <a:rPr lang="zh-CN" altLang="en-US" sz="2000" dirty="0"/>
              <a:t>文件放入一个单独的文件夹中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运行脚本选择存放标定量的文件夹</a:t>
            </a:r>
            <a:endParaRPr lang="en-US" altLang="zh-CN" sz="2000" dirty="0"/>
          </a:p>
          <a:p>
            <a:pPr marL="457200" indent="-457200">
              <a:buFont typeface="+mj-ea"/>
              <a:buAutoNum type="circleNumDbPlain"/>
            </a:pPr>
            <a:r>
              <a:rPr lang="zh-CN" altLang="en-US" sz="2000" dirty="0"/>
              <a:t>自定义</a:t>
            </a:r>
            <a:r>
              <a:rPr lang="en-US" altLang="zh-CN" sz="2000" dirty="0"/>
              <a:t>Excel</a:t>
            </a:r>
            <a:r>
              <a:rPr lang="zh-CN" altLang="en-US" sz="2000" dirty="0"/>
              <a:t>表格名称后完成导出</a:t>
            </a:r>
            <a:endParaRPr lang="en-US" altLang="zh-C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9B2168-0AF7-EDE9-DF9C-275B4AC09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36" y="1074490"/>
            <a:ext cx="6482423" cy="14525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BF5223-9B35-A945-0D9F-C59A85C76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336" y="2983476"/>
            <a:ext cx="6482423" cy="36856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C2B24C-DB7E-8101-FE86-24A62E556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41" y="3966600"/>
            <a:ext cx="4753291" cy="270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9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63374F-8ABD-45DD-04CB-1A9CA34CA6E5}"/>
              </a:ext>
            </a:extLst>
          </p:cNvPr>
          <p:cNvSpPr txBox="1"/>
          <p:nvPr/>
        </p:nvSpPr>
        <p:spPr>
          <a:xfrm>
            <a:off x="268355" y="288235"/>
            <a:ext cx="4591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绑定信号 </a:t>
            </a:r>
            <a:r>
              <a:rPr lang="en-US" altLang="zh-CN" sz="2800" b="1" dirty="0"/>
              <a:t>/ </a:t>
            </a:r>
            <a:r>
              <a:rPr lang="zh-CN" altLang="en-US" sz="2800" b="1" dirty="0"/>
              <a:t>解除信号绑定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BC9F8-4AF1-68C4-B438-CDC0EDD1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63" y="3244487"/>
            <a:ext cx="7705871" cy="26008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07ED69-8566-FACC-C6C6-2B041347C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043" y="3667540"/>
            <a:ext cx="3677686" cy="17420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965C18-8874-52A7-649A-C52ADCE150A5}"/>
              </a:ext>
            </a:extLst>
          </p:cNvPr>
          <p:cNvSpPr txBox="1"/>
          <p:nvPr/>
        </p:nvSpPr>
        <p:spPr>
          <a:xfrm>
            <a:off x="427383" y="1053548"/>
            <a:ext cx="71263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脚本名称：</a:t>
            </a:r>
            <a:r>
              <a:rPr lang="en-US" altLang="zh-CN" b="1" dirty="0"/>
              <a:t> </a:t>
            </a:r>
            <a:r>
              <a:rPr lang="en-US" altLang="zh-CN" dirty="0" err="1"/>
              <a:t>signalObjectOperationMain.m</a:t>
            </a:r>
            <a:endParaRPr lang="en-US" altLang="zh-CN" dirty="0"/>
          </a:p>
          <a:p>
            <a:r>
              <a:rPr lang="zh-CN" altLang="en-US" b="1" dirty="0"/>
              <a:t>脚本作用：</a:t>
            </a:r>
            <a:r>
              <a:rPr lang="zh-CN" altLang="en-US" dirty="0"/>
              <a:t>绑定信号 </a:t>
            </a:r>
            <a:r>
              <a:rPr lang="en-US" altLang="zh-CN" dirty="0"/>
              <a:t>/ </a:t>
            </a:r>
            <a:r>
              <a:rPr lang="zh-CN" altLang="en-US" dirty="0"/>
              <a:t>解除信号绑定</a:t>
            </a:r>
            <a:endParaRPr lang="en-US" altLang="zh-CN" dirty="0"/>
          </a:p>
          <a:p>
            <a:r>
              <a:rPr lang="zh-CN" altLang="en-US" dirty="0"/>
              <a:t>使用方法：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选取信号线和对应</a:t>
            </a:r>
            <a:r>
              <a:rPr lang="en-US" altLang="zh-CN" dirty="0"/>
              <a:t>Outport</a:t>
            </a:r>
            <a:r>
              <a:rPr lang="zh-CN" altLang="en-US" dirty="0"/>
              <a:t>端口，如下左图所示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运行脚本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选择绑定或解除信号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生成选取绑定信号的</a:t>
            </a:r>
            <a:r>
              <a:rPr lang="en-US" altLang="zh-CN" dirty="0"/>
              <a:t>.m</a:t>
            </a:r>
            <a:r>
              <a:rPr lang="zh-CN" altLang="en-US" dirty="0"/>
              <a:t>文件（文件名：模型名</a:t>
            </a:r>
            <a:r>
              <a:rPr lang="en-US" altLang="zh-CN" dirty="0"/>
              <a:t>_</a:t>
            </a:r>
            <a:r>
              <a:rPr lang="en-US" altLang="zh-CN" dirty="0" err="1"/>
              <a:t>signals.m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59946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A9FCCD-D90C-6509-2414-09E118C19D38}"/>
              </a:ext>
            </a:extLst>
          </p:cNvPr>
          <p:cNvSpPr txBox="1"/>
          <p:nvPr/>
        </p:nvSpPr>
        <p:spPr>
          <a:xfrm>
            <a:off x="278295" y="188843"/>
            <a:ext cx="5168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设置待观测信号</a:t>
            </a:r>
            <a:r>
              <a:rPr lang="en-US" altLang="zh-CN" sz="2400" b="1" dirty="0"/>
              <a:t>Code Mapping</a:t>
            </a:r>
            <a:endParaRPr lang="zh-CN" alt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E47821-7B4C-9BCB-3C63-03F6B5E8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292" y="1746284"/>
            <a:ext cx="7470071" cy="2377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9A6836-0230-B2FA-1799-D14D97B7522A}"/>
              </a:ext>
            </a:extLst>
          </p:cNvPr>
          <p:cNvSpPr txBox="1"/>
          <p:nvPr/>
        </p:nvSpPr>
        <p:spPr>
          <a:xfrm>
            <a:off x="278295" y="1944625"/>
            <a:ext cx="41545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示例：如果要为右侧子系统的五个输出信号（</a:t>
            </a:r>
            <a:r>
              <a:rPr lang="en-US" altLang="zh-CN" dirty="0"/>
              <a:t>Signals</a:t>
            </a:r>
            <a:r>
              <a:rPr lang="zh-CN" altLang="en-US" dirty="0"/>
              <a:t>）添加</a:t>
            </a:r>
            <a:r>
              <a:rPr lang="en-US" altLang="zh-CN" dirty="0"/>
              <a:t>Code Mapping</a:t>
            </a:r>
          </a:p>
          <a:p>
            <a:r>
              <a:rPr lang="zh-CN" altLang="en-US" dirty="0"/>
              <a:t>使用方法：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选中输出信号来源的子系统或模块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运行</a:t>
            </a:r>
            <a:r>
              <a:rPr lang="en-US" altLang="zh-CN" dirty="0"/>
              <a:t>mapSimulink2AUTOSAR.m</a:t>
            </a:r>
            <a:r>
              <a:rPr lang="zh-CN" altLang="en-US" dirty="0"/>
              <a:t>脚本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选择配置</a:t>
            </a:r>
            <a:r>
              <a:rPr lang="en-US" altLang="zh-CN" dirty="0"/>
              <a:t>AUTOSAR</a:t>
            </a:r>
            <a:r>
              <a:rPr lang="zh-CN" altLang="en-US" dirty="0"/>
              <a:t>属性或者删除</a:t>
            </a:r>
            <a:r>
              <a:rPr lang="en-US" altLang="zh-CN" dirty="0"/>
              <a:t>Code Mapping</a:t>
            </a:r>
            <a:endParaRPr lang="zh-CN" alt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F7FBDC-6358-FC6C-60A6-1A13C0612AB8}"/>
              </a:ext>
            </a:extLst>
          </p:cNvPr>
          <p:cNvCxnSpPr/>
          <p:nvPr/>
        </p:nvCxnSpPr>
        <p:spPr>
          <a:xfrm>
            <a:off x="4174434" y="2935024"/>
            <a:ext cx="2663687" cy="8980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3E85908-A090-241E-0C12-78F9DED29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294" y="4372588"/>
            <a:ext cx="5238065" cy="229656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101AB5-8B7B-B0C0-3E97-7E9729C1AE90}"/>
              </a:ext>
            </a:extLst>
          </p:cNvPr>
          <p:cNvCxnSpPr>
            <a:cxnSpLocks/>
          </p:cNvCxnSpPr>
          <p:nvPr/>
        </p:nvCxnSpPr>
        <p:spPr>
          <a:xfrm>
            <a:off x="2355573" y="3801484"/>
            <a:ext cx="3387055" cy="11648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295961B-110F-8612-E887-7FFB2A16A2BB}"/>
              </a:ext>
            </a:extLst>
          </p:cNvPr>
          <p:cNvSpPr txBox="1"/>
          <p:nvPr/>
        </p:nvSpPr>
        <p:spPr>
          <a:xfrm>
            <a:off x="367748" y="824948"/>
            <a:ext cx="496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脚本名称：</a:t>
            </a:r>
            <a:r>
              <a:rPr lang="en-US" altLang="zh-CN" dirty="0"/>
              <a:t>mapSimulink2AUTOSAR.m</a:t>
            </a:r>
          </a:p>
          <a:p>
            <a:r>
              <a:rPr lang="zh-CN" altLang="en-US" b="1" dirty="0"/>
              <a:t>脚本作用：</a:t>
            </a:r>
            <a:r>
              <a:rPr lang="zh-CN" altLang="en-US" dirty="0"/>
              <a:t>为待观测量自动配置</a:t>
            </a:r>
            <a:r>
              <a:rPr lang="en-US" altLang="zh-CN" dirty="0"/>
              <a:t>Code Mapping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91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075C64-C068-E923-B2DD-DB2FCC8DBAA7}"/>
              </a:ext>
            </a:extLst>
          </p:cNvPr>
          <p:cNvSpPr txBox="1"/>
          <p:nvPr/>
        </p:nvSpPr>
        <p:spPr>
          <a:xfrm>
            <a:off x="357808" y="125259"/>
            <a:ext cx="34886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Excel to Simulink</a:t>
            </a:r>
            <a:endParaRPr lang="zh-CN" alt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29A6C-1822-C36C-B7C3-50F7FC6ED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782" y="3238849"/>
            <a:ext cx="7227749" cy="3303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0BA848-1D33-9672-C6AC-5A07835C7B66}"/>
              </a:ext>
            </a:extLst>
          </p:cNvPr>
          <p:cNvSpPr txBox="1"/>
          <p:nvPr/>
        </p:nvSpPr>
        <p:spPr>
          <a:xfrm>
            <a:off x="111468" y="2208426"/>
            <a:ext cx="48580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修改步骤：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修改为准备导出的</a:t>
            </a:r>
            <a:r>
              <a:rPr lang="en-US" altLang="zh-CN" sz="2400" dirty="0"/>
              <a:t>Excel</a:t>
            </a:r>
            <a:r>
              <a:rPr lang="zh-CN" altLang="en-US" sz="2400" dirty="0"/>
              <a:t>文件路径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修改工作表名称</a:t>
            </a:r>
            <a:endParaRPr lang="en-US" altLang="zh-CN" sz="24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自定义模型名称前缀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注：接口</a:t>
            </a:r>
            <a:r>
              <a:rPr lang="en-US" altLang="zh-CN" sz="2400" dirty="0"/>
              <a:t>Excel</a:t>
            </a:r>
            <a:r>
              <a:rPr lang="zh-CN" altLang="en-US" sz="2400" dirty="0"/>
              <a:t>填写规范按照示例</a:t>
            </a:r>
            <a:r>
              <a:rPr lang="en-US" altLang="zh-CN" sz="2400" dirty="0"/>
              <a:t>—</a:t>
            </a:r>
            <a:r>
              <a:rPr lang="pt-BR" altLang="zh-CN" sz="2400" dirty="0"/>
              <a:t>TMS_ASW_Interface_20251106</a:t>
            </a:r>
          </a:p>
          <a:p>
            <a:r>
              <a:rPr lang="pt-BR" altLang="zh-CN" sz="2400" dirty="0"/>
              <a:t>_R1</a:t>
            </a:r>
            <a:r>
              <a:rPr lang="en-US" altLang="zh-CN" sz="2400" dirty="0"/>
              <a:t>.xlsx</a:t>
            </a:r>
            <a:r>
              <a:rPr lang="zh-CN" altLang="en-US" sz="2400" dirty="0"/>
              <a:t>中的格式填写</a:t>
            </a:r>
            <a:endParaRPr lang="en-US" altLang="zh-CN" sz="2400" dirty="0"/>
          </a:p>
          <a:p>
            <a:endParaRPr lang="zh-CN" alt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75379D-213C-37EF-A415-DCB417F0B8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399" r="62142"/>
          <a:stretch>
            <a:fillRect/>
          </a:stretch>
        </p:blipFill>
        <p:spPr>
          <a:xfrm>
            <a:off x="4908278" y="780825"/>
            <a:ext cx="7116756" cy="184773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3280B7-E732-3ACC-A5C2-B0FCEC566460}"/>
              </a:ext>
            </a:extLst>
          </p:cNvPr>
          <p:cNvCxnSpPr>
            <a:cxnSpLocks/>
          </p:cNvCxnSpPr>
          <p:nvPr/>
        </p:nvCxnSpPr>
        <p:spPr>
          <a:xfrm flipV="1">
            <a:off x="2732435" y="2495394"/>
            <a:ext cx="4125565" cy="5944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91EE2DC-2633-068D-6565-7D5E8104E78C}"/>
              </a:ext>
            </a:extLst>
          </p:cNvPr>
          <p:cNvSpPr txBox="1"/>
          <p:nvPr/>
        </p:nvSpPr>
        <p:spPr>
          <a:xfrm>
            <a:off x="111468" y="1136064"/>
            <a:ext cx="4579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脚本名称：</a:t>
            </a:r>
            <a:r>
              <a:rPr lang="en-US" altLang="zh-CN" dirty="0"/>
              <a:t>Excel2Port.m</a:t>
            </a:r>
          </a:p>
          <a:p>
            <a:r>
              <a:rPr lang="zh-CN" altLang="en-US" b="1" dirty="0"/>
              <a:t>脚本作用：</a:t>
            </a:r>
            <a:r>
              <a:rPr lang="zh-CN" altLang="en-US" dirty="0"/>
              <a:t>将定义接口的</a:t>
            </a:r>
            <a:r>
              <a:rPr lang="en-US" altLang="zh-CN" dirty="0"/>
              <a:t>Excel</a:t>
            </a:r>
            <a:r>
              <a:rPr lang="zh-CN" altLang="en-US" dirty="0"/>
              <a:t>表导出为</a:t>
            </a:r>
            <a:r>
              <a:rPr lang="en-US" altLang="zh-CN" dirty="0"/>
              <a:t>Simulink</a:t>
            </a:r>
            <a:r>
              <a:rPr lang="zh-CN" altLang="en-US" dirty="0"/>
              <a:t>模型（自动创建</a:t>
            </a:r>
            <a:r>
              <a:rPr lang="en-US" altLang="zh-CN" dirty="0" err="1"/>
              <a:t>Inport</a:t>
            </a:r>
            <a:r>
              <a:rPr lang="en-US" altLang="zh-CN" dirty="0"/>
              <a:t>/Outport</a:t>
            </a:r>
            <a:r>
              <a:rPr lang="zh-CN" altLang="en-US" dirty="0"/>
              <a:t>接口）</a:t>
            </a:r>
          </a:p>
        </p:txBody>
      </p:sp>
    </p:spTree>
    <p:extLst>
      <p:ext uri="{BB962C8B-B14F-4D97-AF65-F5344CB8AC3E}">
        <p14:creationId xmlns:p14="http://schemas.microsoft.com/office/powerpoint/2010/main" val="3852976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115794-E8B3-B769-3150-9AD56178BE9C}"/>
              </a:ext>
            </a:extLst>
          </p:cNvPr>
          <p:cNvSpPr txBox="1"/>
          <p:nvPr/>
        </p:nvSpPr>
        <p:spPr>
          <a:xfrm>
            <a:off x="341244" y="198783"/>
            <a:ext cx="5754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Simulink to Excel</a:t>
            </a:r>
            <a:endParaRPr lang="zh-CN" alt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A91F3-230A-E9AB-689E-49B42EFD7AF3}"/>
              </a:ext>
            </a:extLst>
          </p:cNvPr>
          <p:cNvSpPr txBox="1"/>
          <p:nvPr/>
        </p:nvSpPr>
        <p:spPr>
          <a:xfrm>
            <a:off x="341243" y="934279"/>
            <a:ext cx="113471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脚本名称：</a:t>
            </a:r>
            <a:r>
              <a:rPr lang="en-US" altLang="zh-CN" sz="2000" dirty="0" err="1"/>
              <a:t>export_simulink_top_ports.m</a:t>
            </a:r>
            <a:endParaRPr lang="en-US" altLang="zh-CN" sz="2000" dirty="0"/>
          </a:p>
          <a:p>
            <a:r>
              <a:rPr lang="zh-CN" altLang="en-US" sz="2000" b="1" dirty="0"/>
              <a:t>脚本作用：</a:t>
            </a:r>
            <a:r>
              <a:rPr lang="zh-CN" altLang="en-US" sz="2000" dirty="0"/>
              <a:t>读取</a:t>
            </a:r>
            <a:r>
              <a:rPr lang="en-US" altLang="zh-CN" sz="2000" dirty="0"/>
              <a:t>Simulink</a:t>
            </a:r>
            <a:r>
              <a:rPr lang="zh-CN" altLang="en-US" sz="2000" dirty="0"/>
              <a:t>模型最外层</a:t>
            </a:r>
            <a:r>
              <a:rPr lang="en-US" altLang="zh-CN" sz="2000" dirty="0"/>
              <a:t>(</a:t>
            </a:r>
            <a:r>
              <a:rPr lang="zh-CN" altLang="en-US" sz="2000" dirty="0"/>
              <a:t>顶层</a:t>
            </a:r>
            <a:r>
              <a:rPr lang="en-US" altLang="zh-CN" sz="2000" dirty="0"/>
              <a:t>)</a:t>
            </a:r>
            <a:r>
              <a:rPr lang="zh-CN" altLang="en-US" sz="2000" dirty="0"/>
              <a:t>的输入和输出端口信息及其数据类型，并导出到</a:t>
            </a:r>
            <a:r>
              <a:rPr lang="en-US" altLang="zh-CN" sz="2000" dirty="0"/>
              <a:t>Excel</a:t>
            </a:r>
          </a:p>
          <a:p>
            <a:r>
              <a:rPr lang="zh-CN" altLang="en-US" sz="2000" b="1" dirty="0"/>
              <a:t>使用方法：</a:t>
            </a:r>
            <a:endParaRPr lang="en-US" altLang="zh-CN" sz="2000" b="1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000" dirty="0"/>
              <a:t>在命令行中输入</a:t>
            </a:r>
            <a:r>
              <a:rPr lang="en-US" altLang="zh-CN" sz="2000" dirty="0" err="1"/>
              <a:t>export_simulink_top_ports</a:t>
            </a:r>
            <a:r>
              <a:rPr lang="en-US" altLang="zh-CN" sz="2000" dirty="0"/>
              <a:t>('</a:t>
            </a:r>
            <a:r>
              <a:rPr lang="en-US" altLang="zh-CN" sz="2000" dirty="0" err="1"/>
              <a:t>your_model_name</a:t>
            </a:r>
            <a:r>
              <a:rPr lang="en-US" altLang="zh-CN" sz="2000" dirty="0"/>
              <a:t>', 'simulink_top_ports.xlsx‘);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sz="2000" dirty="0"/>
              <a:t>可自定义</a:t>
            </a:r>
            <a:r>
              <a:rPr lang="en-US" altLang="zh-CN" sz="2000" dirty="0"/>
              <a:t>Excel</a:t>
            </a:r>
            <a:r>
              <a:rPr lang="zh-CN" altLang="en-US" sz="2000" dirty="0"/>
              <a:t>表格名称</a:t>
            </a:r>
            <a:endParaRPr lang="en-US" altLang="zh-CN" sz="2000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sz="2000" dirty="0"/>
              <a:t>具体使用示例如下图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E6837F-2FBD-C284-E3BD-809E4651B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43" y="3242815"/>
            <a:ext cx="9862041" cy="74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08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0DF7ED-CCFD-BDB2-3474-887E2B8292AC}"/>
              </a:ext>
            </a:extLst>
          </p:cNvPr>
          <p:cNvSpPr txBox="1"/>
          <p:nvPr/>
        </p:nvSpPr>
        <p:spPr>
          <a:xfrm>
            <a:off x="278295" y="188842"/>
            <a:ext cx="5705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Save Signal to workspace</a:t>
            </a:r>
            <a:endParaRPr lang="zh-CN" altLang="en-US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257461-AB9B-00FB-AAFE-CD270BC5F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40" y="3107507"/>
            <a:ext cx="3756909" cy="3476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DAE3F0-4337-176F-A5BD-DFEA37EE5435}"/>
              </a:ext>
            </a:extLst>
          </p:cNvPr>
          <p:cNvSpPr txBox="1"/>
          <p:nvPr/>
        </p:nvSpPr>
        <p:spPr>
          <a:xfrm>
            <a:off x="427383" y="1033670"/>
            <a:ext cx="99490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脚本名称：</a:t>
            </a:r>
            <a:r>
              <a:rPr lang="en-US" altLang="zh-CN" dirty="0" err="1"/>
              <a:t>savesignaltoworkspace_hgq.m</a:t>
            </a:r>
            <a:endParaRPr lang="en-US" altLang="zh-CN" dirty="0"/>
          </a:p>
          <a:p>
            <a:r>
              <a:rPr lang="zh-CN" altLang="en-US" b="1" dirty="0"/>
              <a:t>脚本作用：</a:t>
            </a:r>
            <a:r>
              <a:rPr lang="zh-CN" altLang="en-US" dirty="0"/>
              <a:t>将选中端口的数据类型配置为</a:t>
            </a:r>
            <a:r>
              <a:rPr lang="en-US" altLang="zh-CN" dirty="0" err="1"/>
              <a:t>Simulink.Signal</a:t>
            </a:r>
            <a:r>
              <a:rPr lang="zh-CN" altLang="en-US" dirty="0"/>
              <a:t>并导入到</a:t>
            </a:r>
            <a:r>
              <a:rPr lang="en-US" altLang="zh-CN" dirty="0"/>
              <a:t>workspace</a:t>
            </a:r>
          </a:p>
          <a:p>
            <a:r>
              <a:rPr lang="zh-CN" altLang="en-US" b="1" dirty="0"/>
              <a:t>使用方法：</a:t>
            </a:r>
            <a:endParaRPr lang="en-US" altLang="zh-CN" b="1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在模型中选中</a:t>
            </a:r>
            <a:r>
              <a:rPr lang="en-US" altLang="zh-CN" dirty="0" err="1"/>
              <a:t>Inport</a:t>
            </a:r>
            <a:r>
              <a:rPr lang="zh-CN" altLang="en-US" dirty="0"/>
              <a:t>或</a:t>
            </a:r>
            <a:r>
              <a:rPr lang="en-US" altLang="zh-CN" dirty="0"/>
              <a:t>Outport</a:t>
            </a:r>
            <a:r>
              <a:rPr lang="zh-CN" altLang="en-US" dirty="0"/>
              <a:t>端口</a:t>
            </a:r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运行</a:t>
            </a:r>
            <a:r>
              <a:rPr lang="en-US" altLang="zh-CN" dirty="0" err="1"/>
              <a:t>savesignaltoworkspace_hgq.m</a:t>
            </a:r>
            <a:r>
              <a:rPr lang="zh-CN" altLang="en-US" dirty="0"/>
              <a:t>脚本</a:t>
            </a:r>
            <a:endParaRPr lang="en-US" altLang="zh-CN" dirty="0"/>
          </a:p>
          <a:p>
            <a:pPr marL="342900" indent="-342900">
              <a:buFont typeface="+mj-ea"/>
              <a:buAutoNum type="circleNumDbPlain"/>
            </a:pPr>
            <a:r>
              <a:rPr lang="zh-CN" altLang="en-US" dirty="0"/>
              <a:t>成功将</a:t>
            </a:r>
            <a:r>
              <a:rPr lang="en-US" altLang="zh-CN" dirty="0"/>
              <a:t>Signal</a:t>
            </a:r>
            <a:r>
              <a:rPr lang="zh-CN" altLang="en-US" dirty="0"/>
              <a:t>导出到</a:t>
            </a:r>
            <a:r>
              <a:rPr lang="en-US" altLang="zh-CN" dirty="0"/>
              <a:t>Workspace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5ABF2A-2336-7201-0BBC-64E6E0204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165" y="4567419"/>
            <a:ext cx="6639339" cy="55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860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F3EF3E-D031-A269-0A6A-746A2DF6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4" y="1729400"/>
            <a:ext cx="6038850" cy="3790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FF434E-73C5-4AA0-4D41-2D1FD9E7EBE0}"/>
              </a:ext>
            </a:extLst>
          </p:cNvPr>
          <p:cNvSpPr txBox="1"/>
          <p:nvPr/>
        </p:nvSpPr>
        <p:spPr>
          <a:xfrm>
            <a:off x="577435" y="193040"/>
            <a:ext cx="6310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添加</a:t>
            </a:r>
            <a:r>
              <a:rPr lang="en-US" altLang="zh-CN" sz="2800" b="1" dirty="0" err="1"/>
              <a:t>NoneSAR</a:t>
            </a:r>
            <a:r>
              <a:rPr lang="zh-CN" altLang="en-US" sz="2800" b="1" dirty="0"/>
              <a:t>库至</a:t>
            </a:r>
            <a:r>
              <a:rPr lang="en-US" altLang="zh-CN" sz="2800" b="1" dirty="0"/>
              <a:t>MATLAB</a:t>
            </a:r>
            <a:r>
              <a:rPr lang="zh-CN" altLang="en-US" sz="2800" b="1" dirty="0"/>
              <a:t>路径中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73ADF-F350-3573-D3D7-6863D390F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478" y="1209224"/>
            <a:ext cx="5665484" cy="1371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1D4008-9EF8-392F-9297-8B7110A696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478" y="3062144"/>
            <a:ext cx="5665484" cy="338318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536CDD-2C82-EDD9-20A1-1F2732EC4EF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9106220" y="2580488"/>
            <a:ext cx="0" cy="481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383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C59E29-06C8-A6DB-1509-E3D6F3A4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3" y="1551044"/>
            <a:ext cx="5599169" cy="260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FE75CC-DE7F-834E-2205-B0CCA913D130}"/>
              </a:ext>
            </a:extLst>
          </p:cNvPr>
          <p:cNvSpPr txBox="1"/>
          <p:nvPr/>
        </p:nvSpPr>
        <p:spPr>
          <a:xfrm>
            <a:off x="260903" y="5154808"/>
            <a:ext cx="6486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模型内数值</a:t>
            </a:r>
            <a:r>
              <a:rPr lang="en-US" altLang="zh-CN" sz="2000" dirty="0"/>
              <a:t>3000</a:t>
            </a:r>
            <a:r>
              <a:rPr lang="zh-CN" altLang="en-US" sz="2000" dirty="0"/>
              <a:t>应设置为</a:t>
            </a:r>
            <a:r>
              <a:rPr lang="zh-CN" altLang="en-US" sz="2000" b="1" dirty="0"/>
              <a:t>标定量（</a:t>
            </a:r>
            <a:r>
              <a:rPr lang="en-US" altLang="zh-CN" sz="2000" b="1" dirty="0" err="1"/>
              <a:t>NoneSAR.Parameter</a:t>
            </a:r>
            <a:r>
              <a:rPr lang="zh-CN" altLang="en-US" sz="2000" b="1" dirty="0"/>
              <a:t>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72940-7A93-D9C4-0804-0DCE3CA7F23A}"/>
              </a:ext>
            </a:extLst>
          </p:cNvPr>
          <p:cNvSpPr txBox="1"/>
          <p:nvPr/>
        </p:nvSpPr>
        <p:spPr>
          <a:xfrm>
            <a:off x="260903" y="225462"/>
            <a:ext cx="4970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建模要求：</a:t>
            </a:r>
            <a:r>
              <a:rPr lang="zh-CN" altLang="en-US" sz="2400" dirty="0"/>
              <a:t>模型内参数设置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DDAF9557-B1E9-BAED-6495-B64AD12D1E3C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137" y="1447884"/>
            <a:ext cx="5416829" cy="280679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2D93D3-7A91-BA26-DA2A-CA1481A6E9EC}"/>
              </a:ext>
            </a:extLst>
          </p:cNvPr>
          <p:cNvCxnSpPr>
            <a:stCxn id="5" idx="3"/>
            <a:endCxn id="12" idx="1"/>
          </p:cNvCxnSpPr>
          <p:nvPr/>
        </p:nvCxnSpPr>
        <p:spPr>
          <a:xfrm>
            <a:off x="5860072" y="2851282"/>
            <a:ext cx="599065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917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BFAF17AE-A775-5F5B-C926-4A2FF3704B1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3552825"/>
            <a:ext cx="10515600" cy="3057685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ECCCA8FE-9316-3654-3BF5-958C01CB85A4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715619"/>
            <a:ext cx="10515600" cy="2367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DD96C3-AC85-7E78-1548-6AA63653BB62}"/>
              </a:ext>
            </a:extLst>
          </p:cNvPr>
          <p:cNvSpPr txBox="1"/>
          <p:nvPr/>
        </p:nvSpPr>
        <p:spPr>
          <a:xfrm>
            <a:off x="314325" y="111231"/>
            <a:ext cx="586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创建对应变量并选择生成代码的数据类型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6C91214-D2D9-A8D0-48F3-62E7B267498E}"/>
              </a:ext>
            </a:extLst>
          </p:cNvPr>
          <p:cNvCxnSpPr>
            <a:cxnSpLocks/>
            <a:stCxn id="13" idx="2"/>
            <a:endCxn id="6" idx="0"/>
          </p:cNvCxnSpPr>
          <p:nvPr/>
        </p:nvCxnSpPr>
        <p:spPr>
          <a:xfrm>
            <a:off x="5953125" y="3082713"/>
            <a:ext cx="0" cy="47011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66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7E6F49-C44E-2E1D-40A2-C899D460E791}"/>
              </a:ext>
            </a:extLst>
          </p:cNvPr>
          <p:cNvSpPr txBox="1"/>
          <p:nvPr/>
        </p:nvSpPr>
        <p:spPr>
          <a:xfrm>
            <a:off x="247650" y="276226"/>
            <a:ext cx="7786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模型及标定量建立完成后，运行配置脚本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44CF4-12AC-5B9B-A58B-6E81ABBA50F3}"/>
              </a:ext>
            </a:extLst>
          </p:cNvPr>
          <p:cNvSpPr txBox="1"/>
          <p:nvPr/>
        </p:nvSpPr>
        <p:spPr>
          <a:xfrm>
            <a:off x="6848475" y="1450517"/>
            <a:ext cx="5343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、在</a:t>
            </a:r>
            <a:r>
              <a:rPr lang="en-US" altLang="zh-CN" dirty="0"/>
              <a:t>MATLAB</a:t>
            </a:r>
            <a:r>
              <a:rPr lang="zh-CN" altLang="en-US" dirty="0"/>
              <a:t>中添加此项目路径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、按左图中格式建立四个文件夹：</a:t>
            </a:r>
            <a:r>
              <a:rPr lang="en-US" altLang="zh-CN" dirty="0" err="1"/>
              <a:t>src</a:t>
            </a:r>
            <a:r>
              <a:rPr lang="zh-CN" altLang="en-US" dirty="0"/>
              <a:t>、</a:t>
            </a:r>
            <a:r>
              <a:rPr lang="en-US" altLang="zh-CN" dirty="0"/>
              <a:t>mdl</a:t>
            </a:r>
            <a:r>
              <a:rPr lang="zh-CN" altLang="en-US" dirty="0"/>
              <a:t>、</a:t>
            </a:r>
            <a:r>
              <a:rPr lang="en-US" altLang="zh-CN" dirty="0"/>
              <a:t>doc</a:t>
            </a:r>
            <a:r>
              <a:rPr lang="zh-CN" altLang="en-US" dirty="0"/>
              <a:t>、</a:t>
            </a:r>
            <a:r>
              <a:rPr lang="en-US" altLang="zh-CN" dirty="0" err="1"/>
              <a:t>tst</a:t>
            </a:r>
            <a:r>
              <a:rPr lang="zh-CN" altLang="en-US" dirty="0"/>
              <a:t>，将模型和</a:t>
            </a:r>
            <a:r>
              <a:rPr lang="en-US" altLang="zh-CN" dirty="0"/>
              <a:t>.m</a:t>
            </a:r>
            <a:r>
              <a:rPr lang="zh-CN" altLang="en-US" dirty="0"/>
              <a:t>文件等放入</a:t>
            </a:r>
            <a:r>
              <a:rPr lang="en-US" altLang="zh-CN" dirty="0"/>
              <a:t>mdl</a:t>
            </a:r>
            <a:r>
              <a:rPr lang="zh-CN" altLang="en-US" dirty="0"/>
              <a:t>文件夹中在</a:t>
            </a:r>
            <a:r>
              <a:rPr lang="en-US" altLang="zh-CN" dirty="0" err="1"/>
              <a:t>matlab</a:t>
            </a:r>
            <a:r>
              <a:rPr lang="zh-CN" altLang="en-US" dirty="0"/>
              <a:t>中添加此路径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CB1B2C-6F66-344D-B514-485F3BCCF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050557"/>
            <a:ext cx="6115050" cy="2000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66ACCE-ABD5-D505-B895-F9AEF2912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3333749"/>
            <a:ext cx="6115050" cy="32890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EFAD6-5FE5-BDAC-6EFB-E37514995DA2}"/>
              </a:ext>
            </a:extLst>
          </p:cNvPr>
          <p:cNvSpPr txBox="1"/>
          <p:nvPr/>
        </p:nvSpPr>
        <p:spPr>
          <a:xfrm>
            <a:off x="6848475" y="4793588"/>
            <a:ext cx="419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、配置初始化脚本</a:t>
            </a:r>
          </a:p>
        </p:txBody>
      </p:sp>
    </p:spTree>
    <p:extLst>
      <p:ext uri="{BB962C8B-B14F-4D97-AF65-F5344CB8AC3E}">
        <p14:creationId xmlns:p14="http://schemas.microsoft.com/office/powerpoint/2010/main" val="2061200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0620AE-6E0B-2500-B0FF-F27EF2050EEC}"/>
              </a:ext>
            </a:extLst>
          </p:cNvPr>
          <p:cNvSpPr txBox="1"/>
          <p:nvPr/>
        </p:nvSpPr>
        <p:spPr>
          <a:xfrm>
            <a:off x="147781" y="166256"/>
            <a:ext cx="3380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脚本使用说明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F1C3F-1A3E-7844-631F-8AC2C86C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27921"/>
            <a:ext cx="4294910" cy="29666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AC9578-B737-6FC1-3F8E-E23C01421B4B}"/>
              </a:ext>
            </a:extLst>
          </p:cNvPr>
          <p:cNvSpPr txBox="1"/>
          <p:nvPr/>
        </p:nvSpPr>
        <p:spPr>
          <a:xfrm>
            <a:off x="5689598" y="1926586"/>
            <a:ext cx="47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修改为模型的观测量和标定量</a:t>
            </a:r>
            <a:r>
              <a:rPr lang="en-US" altLang="zh-CN" dirty="0"/>
              <a:t>.m</a:t>
            </a:r>
            <a:r>
              <a:rPr lang="zh-CN" altLang="en-US" dirty="0"/>
              <a:t>文件名称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D59955-1564-5565-F24E-F9705A326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98" y="3749275"/>
            <a:ext cx="4294910" cy="30228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BD236C-4BE3-9380-A31A-6E48E7C70603}"/>
              </a:ext>
            </a:extLst>
          </p:cNvPr>
          <p:cNvSpPr txBox="1"/>
          <p:nvPr/>
        </p:nvSpPr>
        <p:spPr>
          <a:xfrm>
            <a:off x="5689597" y="5076052"/>
            <a:ext cx="470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修改为</a:t>
            </a:r>
            <a:r>
              <a:rPr lang="en-US" altLang="zh-CN" dirty="0"/>
              <a:t>Simulink</a:t>
            </a:r>
            <a:r>
              <a:rPr lang="zh-CN" altLang="en-US" dirty="0"/>
              <a:t>模型的名称</a:t>
            </a:r>
          </a:p>
        </p:txBody>
      </p:sp>
    </p:spTree>
    <p:extLst>
      <p:ext uri="{BB962C8B-B14F-4D97-AF65-F5344CB8AC3E}">
        <p14:creationId xmlns:p14="http://schemas.microsoft.com/office/powerpoint/2010/main" val="1696737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AC237AC-C168-59E1-9B88-A7802377DB91}"/>
              </a:ext>
            </a:extLst>
          </p:cNvPr>
          <p:cNvSpPr txBox="1"/>
          <p:nvPr/>
        </p:nvSpPr>
        <p:spPr>
          <a:xfrm>
            <a:off x="6280727" y="1554514"/>
            <a:ext cx="41563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将图片中选中的内容，修改为项目对应的</a:t>
            </a:r>
            <a:r>
              <a:rPr lang="en-US" altLang="zh-CN" sz="2000" dirty="0"/>
              <a:t>Simulink</a:t>
            </a:r>
            <a:r>
              <a:rPr lang="zh-CN" altLang="en-US" sz="2000" dirty="0"/>
              <a:t>模型名称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4BD3B0-0506-9E99-921B-91D8F7DB2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302" y="3615768"/>
            <a:ext cx="4832719" cy="32218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DF5D26-D9A2-1BD4-BDD5-735C2D28B667}"/>
              </a:ext>
            </a:extLst>
          </p:cNvPr>
          <p:cNvSpPr txBox="1"/>
          <p:nvPr/>
        </p:nvSpPr>
        <p:spPr>
          <a:xfrm>
            <a:off x="6280727" y="5058439"/>
            <a:ext cx="5421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运行初始化脚本后等待脚本自动打开</a:t>
            </a:r>
            <a:r>
              <a:rPr lang="en-US" altLang="zh-CN" dirty="0"/>
              <a:t>Simulink</a:t>
            </a:r>
            <a:r>
              <a:rPr lang="zh-CN" altLang="en-US" dirty="0"/>
              <a:t>模型，待打开模型后开始相关配置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32C91-CD5A-AFBA-0233-406F9C3B0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51" y="20419"/>
            <a:ext cx="5421223" cy="349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94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FCFF00-669B-F53E-7C8A-BEB933C7B05B}"/>
              </a:ext>
            </a:extLst>
          </p:cNvPr>
          <p:cNvSpPr txBox="1"/>
          <p:nvPr/>
        </p:nvSpPr>
        <p:spPr>
          <a:xfrm>
            <a:off x="264160" y="103546"/>
            <a:ext cx="4768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AUTOSAR</a:t>
            </a:r>
            <a:r>
              <a:rPr lang="zh-CN" altLang="en-US" sz="2400" b="1" dirty="0"/>
              <a:t>配置流程</a:t>
            </a:r>
            <a:endParaRPr lang="en-US" altLang="zh-CN" sz="24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C19EBD-3409-6B7F-5113-E76680A9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67" y="657313"/>
            <a:ext cx="3964940" cy="21252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969937-6782-874F-16DB-4021206DA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983" y="657313"/>
            <a:ext cx="3269919" cy="2125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A3AB40-1295-01FF-5A5E-6B5F7AF35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878" y="657313"/>
            <a:ext cx="3269919" cy="2125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D92368-7A8A-080F-A704-4C7DD50959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6963" y="3675410"/>
            <a:ext cx="3269920" cy="21252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16DA71A-1413-8CA9-4261-6DCA98BC90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3103" y="3675411"/>
            <a:ext cx="3269920" cy="212525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B8F083-52E2-7B3C-0F37-ADA2E1E31552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4279007" y="1719942"/>
            <a:ext cx="413976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35C44D-D379-C0EA-2C49-11BAEE63BD72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7962902" y="1719942"/>
            <a:ext cx="413976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9A0EA9-3862-3CA7-9F03-DEC6DBF8753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5416883" y="4738039"/>
            <a:ext cx="1756220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5D165489-113C-5A58-1B9E-5D54C37D9A4F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rot="5400000">
            <a:off x="6450461" y="114033"/>
            <a:ext cx="892840" cy="6229915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531A249-E4E5-F895-2B65-2C852F48BEF1}"/>
              </a:ext>
            </a:extLst>
          </p:cNvPr>
          <p:cNvSpPr txBox="1"/>
          <p:nvPr/>
        </p:nvSpPr>
        <p:spPr>
          <a:xfrm>
            <a:off x="646043" y="6102625"/>
            <a:ext cx="9796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本步骤内无需修改，点击右下角</a:t>
            </a:r>
            <a:r>
              <a:rPr lang="en-US" altLang="zh-CN" sz="2000" dirty="0"/>
              <a:t>Next</a:t>
            </a:r>
            <a:r>
              <a:rPr lang="zh-CN" altLang="en-US" sz="2000" dirty="0"/>
              <a:t>直至</a:t>
            </a:r>
            <a:r>
              <a:rPr lang="en-US" altLang="zh-CN" sz="2000" dirty="0"/>
              <a:t>Finish</a:t>
            </a:r>
            <a:r>
              <a:rPr lang="zh-CN" altLang="en-US" sz="2000" dirty="0"/>
              <a:t>即可</a:t>
            </a:r>
          </a:p>
        </p:txBody>
      </p:sp>
    </p:spTree>
    <p:extLst>
      <p:ext uri="{BB962C8B-B14F-4D97-AF65-F5344CB8AC3E}">
        <p14:creationId xmlns:p14="http://schemas.microsoft.com/office/powerpoint/2010/main" val="4161990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C89B-92AC-EF65-EC2B-853309FA5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F429C40E-1528-6991-81A2-3CA347C29FAD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rcRect b="34263"/>
          <a:stretch>
            <a:fillRect/>
          </a:stretch>
        </p:blipFill>
        <p:spPr>
          <a:xfrm>
            <a:off x="209876" y="1195025"/>
            <a:ext cx="5170213" cy="3542667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8A3F235E-2237-A01D-A1BA-9A6B3359F26A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623" y="1195024"/>
            <a:ext cx="6235601" cy="35426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BB6FB3-16D0-827E-A939-FA8103CAC165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5380089" y="2966358"/>
            <a:ext cx="422534" cy="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A32F380-3099-0F4E-76DE-59B616D41180}"/>
              </a:ext>
            </a:extLst>
          </p:cNvPr>
          <p:cNvSpPr txBox="1"/>
          <p:nvPr/>
        </p:nvSpPr>
        <p:spPr>
          <a:xfrm>
            <a:off x="460693" y="95250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设置</a:t>
            </a:r>
            <a:r>
              <a:rPr lang="en-US" altLang="zh-CN" sz="2400" b="1" dirty="0" err="1"/>
              <a:t>Runnables</a:t>
            </a:r>
            <a:endParaRPr lang="zh-CN" altLang="en-US" sz="24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4943F1F-62A8-B403-704F-BE525B2C2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6550" y="2318923"/>
            <a:ext cx="466725" cy="37147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49ACEA6-072E-83D8-54DC-D3375A62C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0935" y="1495218"/>
            <a:ext cx="533400" cy="4286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E1DD8C9-E7B7-90ED-E044-F701950BA2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0327" y="4049574"/>
            <a:ext cx="447675" cy="42862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3785991-2D5D-534F-D710-4DA557D22DC2}"/>
              </a:ext>
            </a:extLst>
          </p:cNvPr>
          <p:cNvSpPr txBox="1"/>
          <p:nvPr/>
        </p:nvSpPr>
        <p:spPr>
          <a:xfrm>
            <a:off x="775252" y="5685183"/>
            <a:ext cx="9899374" cy="377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Runnables</a:t>
            </a:r>
            <a:r>
              <a:rPr lang="zh-CN" altLang="en-US" dirty="0"/>
              <a:t>中添加</a:t>
            </a:r>
            <a:r>
              <a:rPr lang="en-US" altLang="zh-CN" dirty="0" err="1"/>
              <a:t>TimeingEvent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0717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643B318-B1BA-EE55-53D0-6D15158F0B3A}"/>
              </a:ext>
            </a:extLst>
          </p:cNvPr>
          <p:cNvSpPr txBox="1"/>
          <p:nvPr/>
        </p:nvSpPr>
        <p:spPr>
          <a:xfrm>
            <a:off x="460693" y="95250"/>
            <a:ext cx="2871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设置</a:t>
            </a:r>
            <a:r>
              <a:rPr lang="en-US" altLang="zh-CN" sz="2400" b="1" dirty="0"/>
              <a:t>Code Mapping</a:t>
            </a:r>
            <a:endParaRPr lang="zh-CN" altLang="en-US" sz="2400" b="1" dirty="0"/>
          </a:p>
        </p:txBody>
      </p:sp>
      <p:pic>
        <p:nvPicPr>
          <p:cNvPr id="19" name="Content Placeholder 4">
            <a:extLst>
              <a:ext uri="{FF2B5EF4-FFF2-40B4-BE49-F238E27FC236}">
                <a16:creationId xmlns:a16="http://schemas.microsoft.com/office/drawing/2014/main" id="{AC533F1F-3178-52AB-EEB7-6675DE890D30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85" y="556915"/>
            <a:ext cx="6135670" cy="3010625"/>
          </a:xfrm>
          <a:prstGeom prst="rect">
            <a:avLst/>
          </a:prstGeom>
        </p:spPr>
      </p:pic>
      <p:pic>
        <p:nvPicPr>
          <p:cNvPr id="21" name="Content Placeholder 4">
            <a:extLst>
              <a:ext uri="{FF2B5EF4-FFF2-40B4-BE49-F238E27FC236}">
                <a16:creationId xmlns:a16="http://schemas.microsoft.com/office/drawing/2014/main" id="{CF511252-A2D4-D141-2C62-59A2E1049320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22" y="3752125"/>
            <a:ext cx="6137602" cy="301062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638DF5-0A01-C9DE-E400-34B2BDDA3915}"/>
              </a:ext>
            </a:extLst>
          </p:cNvPr>
          <p:cNvCxnSpPr>
            <a:cxnSpLocks/>
            <a:stCxn id="19" idx="2"/>
            <a:endCxn id="21" idx="0"/>
          </p:cNvCxnSpPr>
          <p:nvPr/>
        </p:nvCxnSpPr>
        <p:spPr>
          <a:xfrm flipH="1">
            <a:off x="3849723" y="3567540"/>
            <a:ext cx="2897" cy="18458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80BC0D4-59BE-B39F-80F0-BB97AA331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401" y="2700888"/>
            <a:ext cx="466725" cy="371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0F7569-4B98-36D5-289A-68BFBF936A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026" y="1847914"/>
            <a:ext cx="533400" cy="428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886236-B2FF-D7EE-5C94-28C3C1EBB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9770" y="128290"/>
            <a:ext cx="447675" cy="4286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0F60EB-6769-F47F-EC0A-B45F2F14A792}"/>
              </a:ext>
            </a:extLst>
          </p:cNvPr>
          <p:cNvSpPr txBox="1"/>
          <p:nvPr/>
        </p:nvSpPr>
        <p:spPr>
          <a:xfrm>
            <a:off x="7743463" y="2700888"/>
            <a:ext cx="4052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点击左下角设置</a:t>
            </a:r>
            <a:r>
              <a:rPr lang="en-US" altLang="zh-CN" sz="2000" dirty="0"/>
              <a:t>Code Mappings</a:t>
            </a:r>
            <a:r>
              <a:rPr lang="zh-CN" altLang="en-US" sz="2000" dirty="0"/>
              <a:t>完成代码生成设置</a:t>
            </a:r>
          </a:p>
        </p:txBody>
      </p:sp>
    </p:spTree>
    <p:extLst>
      <p:ext uri="{BB962C8B-B14F-4D97-AF65-F5344CB8AC3E}">
        <p14:creationId xmlns:p14="http://schemas.microsoft.com/office/powerpoint/2010/main" val="3523330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FA2181-83BC-9AEB-258E-C97CB4C55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14" y="1107151"/>
            <a:ext cx="4560305" cy="4014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718606-1E83-F608-AAC6-96F4EF53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983" y="1107151"/>
            <a:ext cx="4679931" cy="40144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82F8C8-4B12-2CA2-20F0-C0B5C60CC3B0}"/>
              </a:ext>
            </a:extLst>
          </p:cNvPr>
          <p:cNvSpPr txBox="1"/>
          <p:nvPr/>
        </p:nvSpPr>
        <p:spPr>
          <a:xfrm>
            <a:off x="460693" y="95250"/>
            <a:ext cx="4310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设置</a:t>
            </a:r>
            <a:r>
              <a:rPr lang="en-US" altLang="zh-CN" sz="2400" b="1" dirty="0" err="1"/>
              <a:t>ReceivePorts</a:t>
            </a:r>
            <a:r>
              <a:rPr lang="zh-CN" altLang="en-US" sz="2400" b="1" dirty="0"/>
              <a:t>和</a:t>
            </a:r>
            <a:r>
              <a:rPr lang="en-US" altLang="zh-CN" sz="2400" b="1" dirty="0" err="1"/>
              <a:t>SendPorts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36152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4C9955-3645-DC91-AC68-6139CFD59552}"/>
              </a:ext>
            </a:extLst>
          </p:cNvPr>
          <p:cNvSpPr txBox="1"/>
          <p:nvPr/>
        </p:nvSpPr>
        <p:spPr>
          <a:xfrm>
            <a:off x="393290" y="186814"/>
            <a:ext cx="5426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接口配置（</a:t>
            </a:r>
            <a:r>
              <a:rPr lang="en-US" altLang="zh-CN" sz="2400" b="1" dirty="0" err="1"/>
              <a:t>Inports</a:t>
            </a:r>
            <a:r>
              <a:rPr lang="en-US" altLang="zh-CN" sz="2400" b="1" dirty="0"/>
              <a:t>/Outports</a:t>
            </a:r>
            <a:r>
              <a:rPr lang="zh-CN" altLang="en-US" sz="2400" b="1" dirty="0"/>
              <a:t>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5230A-62C9-1535-6599-0503FE96070A}"/>
              </a:ext>
            </a:extLst>
          </p:cNvPr>
          <p:cNvSpPr txBox="1"/>
          <p:nvPr/>
        </p:nvSpPr>
        <p:spPr>
          <a:xfrm>
            <a:off x="530327" y="5783514"/>
            <a:ext cx="10177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同样点击左下角</a:t>
            </a:r>
            <a:r>
              <a:rPr lang="en-US" altLang="zh-CN" sz="2400" dirty="0"/>
              <a:t>Code Mapping</a:t>
            </a:r>
            <a:r>
              <a:rPr lang="zh-CN" altLang="en-US" sz="2400" dirty="0"/>
              <a:t>，将输入接口设置为</a:t>
            </a:r>
            <a:r>
              <a:rPr lang="en-US" altLang="zh-CN" sz="2400" b="1" dirty="0" err="1"/>
              <a:t>ExplicitReceive</a:t>
            </a:r>
            <a:r>
              <a:rPr lang="zh-CN" altLang="en-US" sz="2400" dirty="0"/>
              <a:t>；输出接口设置为</a:t>
            </a:r>
            <a:r>
              <a:rPr lang="en-US" altLang="zh-CN" sz="2400" b="1" dirty="0" err="1"/>
              <a:t>ExplicitSend</a:t>
            </a:r>
            <a:endParaRPr lang="zh-CN" alt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916C0D-0C31-3ACE-10AD-C10B18E80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27" y="3518737"/>
            <a:ext cx="7143004" cy="1635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E3603E-4ADE-5852-6D2F-1640FA902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27" y="1287983"/>
            <a:ext cx="7143004" cy="17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846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E0C37B-1F2F-1BB6-902A-5F785F09504D}"/>
              </a:ext>
            </a:extLst>
          </p:cNvPr>
          <p:cNvSpPr txBox="1"/>
          <p:nvPr/>
        </p:nvSpPr>
        <p:spPr>
          <a:xfrm>
            <a:off x="286327" y="138546"/>
            <a:ext cx="279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添加全局变量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6D12B-59AF-CCBA-42A0-0078F3144000}"/>
              </a:ext>
            </a:extLst>
          </p:cNvPr>
          <p:cNvSpPr txBox="1"/>
          <p:nvPr/>
        </p:nvSpPr>
        <p:spPr>
          <a:xfrm>
            <a:off x="406400" y="5624915"/>
            <a:ext cx="485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addlinesignalandobject.m</a:t>
            </a:r>
            <a:r>
              <a:rPr lang="zh-CN" altLang="en-US" dirty="0"/>
              <a:t>脚本添加观测量。先选择需要添加的变量，然后运行脚本。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33005-F52A-0B8C-E919-B87B55F04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863753"/>
            <a:ext cx="4645891" cy="26918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734AB9-08EA-8F2E-2B8B-7F1BD6E0D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919"/>
            <a:ext cx="5009127" cy="40455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1B8D7D-4123-9FD2-4333-E3287E1CD5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530"/>
          <a:stretch>
            <a:fillRect/>
          </a:stretch>
        </p:blipFill>
        <p:spPr>
          <a:xfrm>
            <a:off x="6868862" y="4721356"/>
            <a:ext cx="3463401" cy="205813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A9B1AF-13D4-FB91-6A24-CD21B71D4DD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5052291" y="2209683"/>
            <a:ext cx="104370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ECB275-62C8-C2AF-4117-58E13CA64269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8600563" y="4232446"/>
            <a:ext cx="1" cy="4889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62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CC3F2-B9FA-DCA2-F776-93BAACEA4378}"/>
              </a:ext>
            </a:extLst>
          </p:cNvPr>
          <p:cNvSpPr txBox="1"/>
          <p:nvPr/>
        </p:nvSpPr>
        <p:spPr>
          <a:xfrm>
            <a:off x="286327" y="138546"/>
            <a:ext cx="2798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添加全局变量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304A2-ABB8-2733-EE7C-4E0C11D45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72" y="1536564"/>
            <a:ext cx="7245927" cy="17985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8E6F41-434F-946C-B5A5-9C7D160FF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521" y="696162"/>
            <a:ext cx="3622187" cy="347931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5F305E-9EC2-5478-533F-0DDC3D898BB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7467599" y="2435820"/>
            <a:ext cx="621922" cy="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DA2DF2-49CD-F3CE-E578-59A3D0AE394C}"/>
              </a:ext>
            </a:extLst>
          </p:cNvPr>
          <p:cNvSpPr txBox="1"/>
          <p:nvPr/>
        </p:nvSpPr>
        <p:spPr>
          <a:xfrm>
            <a:off x="618836" y="5006047"/>
            <a:ext cx="625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Code Mapping</a:t>
            </a:r>
            <a:r>
              <a:rPr lang="zh-CN" altLang="en-US" dirty="0"/>
              <a:t>中的</a:t>
            </a:r>
            <a:r>
              <a:rPr lang="en-US" altLang="zh-CN" dirty="0" err="1"/>
              <a:t>Singals</a:t>
            </a:r>
            <a:r>
              <a:rPr lang="zh-CN" altLang="en-US" dirty="0"/>
              <a:t>设置对应状态，如上图所示。</a:t>
            </a:r>
          </a:p>
        </p:txBody>
      </p:sp>
    </p:spTree>
    <p:extLst>
      <p:ext uri="{BB962C8B-B14F-4D97-AF65-F5344CB8AC3E}">
        <p14:creationId xmlns:p14="http://schemas.microsoft.com/office/powerpoint/2010/main" val="31998838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DFFB10-7A64-4966-3DCF-B822171F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0" y="1281205"/>
            <a:ext cx="4066421" cy="34873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F2A6E5-A862-D78E-0832-343DE4C585BA}"/>
              </a:ext>
            </a:extLst>
          </p:cNvPr>
          <p:cNvSpPr txBox="1"/>
          <p:nvPr/>
        </p:nvSpPr>
        <p:spPr>
          <a:xfrm>
            <a:off x="420057" y="5467359"/>
            <a:ext cx="7671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完成上述配置后，运行</a:t>
            </a:r>
            <a:r>
              <a:rPr lang="en-US" altLang="zh-CN" sz="2000" dirty="0" err="1"/>
              <a:t>run_all.m</a:t>
            </a:r>
            <a:r>
              <a:rPr lang="zh-CN" altLang="en-US" sz="2000" dirty="0"/>
              <a:t>脚本，选择</a:t>
            </a:r>
            <a:r>
              <a:rPr lang="en-US" altLang="zh-CN" sz="2000" dirty="0"/>
              <a:t>doc</a:t>
            </a:r>
            <a:r>
              <a:rPr lang="zh-CN" altLang="en-US" sz="2000" dirty="0"/>
              <a:t>、</a:t>
            </a:r>
            <a:r>
              <a:rPr lang="en-US" altLang="zh-CN" sz="2000" dirty="0"/>
              <a:t>mdl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src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tst</a:t>
            </a:r>
            <a:r>
              <a:rPr lang="zh-CN" altLang="en-US" sz="2000" dirty="0"/>
              <a:t>的父目录，即可生成对应代码、检测报告等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AA9915B-D8D2-753E-D0A9-21B80927B9A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4363091" y="3024856"/>
            <a:ext cx="559513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55677CF-5BA6-C39F-1A4A-D3D9B0228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604" y="1002583"/>
            <a:ext cx="7113598" cy="40445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F11191-90A0-2E66-D9B6-484EB69D46BD}"/>
              </a:ext>
            </a:extLst>
          </p:cNvPr>
          <p:cNvSpPr txBox="1"/>
          <p:nvPr/>
        </p:nvSpPr>
        <p:spPr>
          <a:xfrm>
            <a:off x="420057" y="239282"/>
            <a:ext cx="4066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生成代码</a:t>
            </a:r>
          </a:p>
        </p:txBody>
      </p:sp>
    </p:spTree>
    <p:extLst>
      <p:ext uri="{BB962C8B-B14F-4D97-AF65-F5344CB8AC3E}">
        <p14:creationId xmlns:p14="http://schemas.microsoft.com/office/powerpoint/2010/main" val="1142133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4C2F901B9BD74AB3CE08FFBF710309" ma:contentTypeVersion="12" ma:contentTypeDescription="Create a new document." ma:contentTypeScope="" ma:versionID="f1d351a259c872ea24d4383c57193609">
  <xsd:schema xmlns:xsd="http://www.w3.org/2001/XMLSchema" xmlns:xs="http://www.w3.org/2001/XMLSchema" xmlns:p="http://schemas.microsoft.com/office/2006/metadata/properties" xmlns:ns2="a88e5e2f-839d-4202-bdfc-f0662dfc1247" xmlns:ns3="7413e2d2-a362-4138-acab-52df04cc569e" targetNamespace="http://schemas.microsoft.com/office/2006/metadata/properties" ma:root="true" ma:fieldsID="a8da876419946b13a5c8bd40ba7ead76" ns2:_="" ns3:_="">
    <xsd:import namespace="a88e5e2f-839d-4202-bdfc-f0662dfc1247"/>
    <xsd:import namespace="7413e2d2-a362-4138-acab-52df04cc56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8e5e2f-839d-4202-bdfc-f0662dfc12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b937219-7576-41a1-b649-10f96e1e17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13e2d2-a362-4138-acab-52df04cc569e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8fcdd39-44dc-47cd-be40-791f55672f11}" ma:internalName="TaxCatchAll" ma:showField="CatchAllData" ma:web="7413e2d2-a362-4138-acab-52df04cc56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88e5e2f-839d-4202-bdfc-f0662dfc1247">
      <Terms xmlns="http://schemas.microsoft.com/office/infopath/2007/PartnerControls"/>
    </lcf76f155ced4ddcb4097134ff3c332f>
    <TaxCatchAll xmlns="7413e2d2-a362-4138-acab-52df04cc569e" xsi:nil="true"/>
  </documentManagement>
</p:properties>
</file>

<file path=customXml/itemProps1.xml><?xml version="1.0" encoding="utf-8"?>
<ds:datastoreItem xmlns:ds="http://schemas.openxmlformats.org/officeDocument/2006/customXml" ds:itemID="{65C47713-01B4-433C-8C01-47DACC6D4DB3}"/>
</file>

<file path=customXml/itemProps2.xml><?xml version="1.0" encoding="utf-8"?>
<ds:datastoreItem xmlns:ds="http://schemas.openxmlformats.org/officeDocument/2006/customXml" ds:itemID="{C6E1B157-506C-4090-B5CC-43DC2B1A5D88}"/>
</file>

<file path=customXml/itemProps3.xml><?xml version="1.0" encoding="utf-8"?>
<ds:datastoreItem xmlns:ds="http://schemas.openxmlformats.org/officeDocument/2006/customXml" ds:itemID="{268A2D4D-D545-4FA6-8970-2390408D0365}"/>
</file>

<file path=docMetadata/LabelInfo.xml><?xml version="1.0" encoding="utf-8"?>
<clbl:labelList xmlns:clbl="http://schemas.microsoft.com/office/2020/mipLabelMetadata">
  <clbl:label id="{3f3ac890-09a1-47d3-8d04-15427d7fec91}" enabled="1" method="Standard" siteId="{39b77101-99b7-41c9-8d6a-7794b9d4847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799</Words>
  <Application>Microsoft Office PowerPoint</Application>
  <PresentationFormat>Widescreen</PresentationFormat>
  <Paragraphs>95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Xinyu</dc:creator>
  <cp:lastModifiedBy>Wang, Xinyu</cp:lastModifiedBy>
  <cp:revision>28</cp:revision>
  <dcterms:created xsi:type="dcterms:W3CDTF">2026-03-12T05:20:03Z</dcterms:created>
  <dcterms:modified xsi:type="dcterms:W3CDTF">2026-03-31T02:26:25Z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0x010100344C2F901B9BD74AB3CE08FFBF710309</vt:lpwstr>
  </property>
</Properties>
</file>